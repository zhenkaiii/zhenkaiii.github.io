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EBEA"/>
    <a:srgbClr val="F9F9F9"/>
    <a:srgbClr val="EEEAEE"/>
    <a:srgbClr val="F1F9FD"/>
    <a:srgbClr val="FD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19"/>
    <p:restoredTop sz="94658"/>
  </p:normalViewPr>
  <p:slideViewPr>
    <p:cSldViewPr snapToGrid="0">
      <p:cViewPr>
        <p:scale>
          <a:sx n="94" d="100"/>
          <a:sy n="94" d="100"/>
        </p:scale>
        <p:origin x="440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42F3A6-A552-374D-9988-AFC1887334C2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188F5-85EC-3B46-B01D-631B1B8C14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76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app.diagrams.net</a:t>
            </a:r>
            <a:r>
              <a:rPr lang="en-US" dirty="0"/>
              <a:t>/#G13Ad98_Q08-JE7gj6X_G9bd-xdXLHszHt#%7B%22pageId%22%3A%22qvh4TntDw6zh0ArF_9IW%22%7D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188F5-85EC-3B46-B01D-631B1B8C14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19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D1489-7818-79E3-0C50-79A5DFD400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2B797-71F1-DA12-5086-E7E587D25E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B33BE-DB12-0E16-B601-AC6D3F2A6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A869A-3E84-308C-4A38-7C564A0FC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3BE61-BF96-633C-E976-868BDC222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32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67291-BDC6-4556-4815-676B26BB0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4FE84-CF8C-C5BC-FBD4-8BE1537A8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13B27-AC25-3E0C-18CC-D4DE574CD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3AB01-C9E5-16C8-F965-9E783570E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24F7-865C-8CBE-2EFD-5CECCDBD4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0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1C79-3A30-92D5-54A1-98DAAFC4F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12F77-9F0E-CF26-63F1-BAF575DE8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BD969-9094-90F0-F6B8-36CF83057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BA5B8-4D4F-FC19-A821-AFBF04458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F436F-54D2-03A9-DBDA-F9E4ABF63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6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EAE22-C4C1-9680-9329-DAA66BC7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D3346-562C-0DD9-5C48-E7B46AB6B9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9C962D-B2D2-3FAB-5BAE-F1B991026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7484B-CABB-FF8B-A25E-079587595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18C93-DBE2-DB01-0065-4A62D5048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18F40-7DC5-9129-C895-103A82E37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531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60B6D-109C-5323-E5DF-E5D2389D3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09BE5-91A2-4DFD-B9E8-BBB457083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E3A24-7EB1-8285-B717-7149F45E7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885380-15FF-AA06-50B1-3423350BE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497C7-DA72-1A83-EE33-527F270DE1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B1B9A9-8D54-AFA4-4A65-B73BABD13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BBC7F-9BE8-EC0B-7231-274B55D7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C68660-3C0B-E34B-06B1-E46915586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955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05109-298C-ABE7-F8EA-DD251B394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49566C-379D-69A8-EA74-7C58E707B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622FF9-B5A6-6A02-ECDA-5DBBD9B39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814716-0FEA-1EE4-D6CB-FADA1285E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252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583342-4186-C646-F447-A8798E0E8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D2B4B3-149B-E850-DEEB-8EAF64F42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71BE8-19CB-EBBA-36D2-F188A1EBD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70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ABE30-F1E3-C9BB-3F23-1559BC069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EC35-61CA-C556-3812-8FDE9AD14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4BE135-D2C8-87DE-2B34-F76037EECB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5B29F-1B6C-9626-90A6-97D0B967F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9072A-1630-3ECE-874D-5635D3E31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0C5FF-EA8E-4DF8-707B-5B467AA8D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882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FABDB-C3EB-7040-9D10-74C6D383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7C6D5-0EB0-3981-B472-C50CDD2FD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1E476-617E-4C16-55F2-CF62544CC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3E2DB-7913-1C33-0531-6D8876A3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852776-3B46-34E6-D0BE-CAB66F9A8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7B0F4-99D4-2BAF-B863-3AC81BB93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96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191E2-8A31-8910-CCF2-333E27C5E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4D4E6-40B7-8D7B-5C15-B8E3D264C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234A7-1C38-5EE1-EFF6-C73DAFDE7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4C9A3-744C-531D-8BFE-D56F9AF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AE97F1-9BDF-9D8D-8F8C-142C6F349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421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BC4212-7BAD-66FC-5A15-4C9CC18A14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0F10A7-A148-27C5-938F-6729D1B54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32B7C-3800-DFB1-4A92-6A27063DF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E6985B-67F3-D29A-EE24-4A0660503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4D5AC-29F1-02EF-C3FD-484A9A6D0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487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7EEF47-96BB-72AD-F08E-2AB411E7C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A616D9-0236-4FD3-9CAA-94F409D50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B8CD6-2559-6969-861C-FE0E90233D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3069F1-3696-CB42-838B-539AB5F8FBC6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6AAD2-A006-334F-13D6-5C201B450D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021B4-A72D-75D1-4FBC-23A69D310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E2209C-D70D-294B-AC5A-6DB01814A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72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861840-3831-3E33-82BD-23A2C8FB0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18749"/>
            <a:ext cx="7772400" cy="3620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44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76">
            <a:extLst>
              <a:ext uri="{FF2B5EF4-FFF2-40B4-BE49-F238E27FC236}">
                <a16:creationId xmlns:a16="http://schemas.microsoft.com/office/drawing/2014/main" id="{3A2B913B-CB57-48A7-72B6-692CBCEA2C9E}"/>
              </a:ext>
            </a:extLst>
          </p:cNvPr>
          <p:cNvSpPr txBox="1"/>
          <p:nvPr/>
        </p:nvSpPr>
        <p:spPr>
          <a:xfrm>
            <a:off x="6650942" y="2095667"/>
            <a:ext cx="3013496" cy="523220"/>
          </a:xfrm>
          <a:custGeom>
            <a:avLst/>
            <a:gdLst>
              <a:gd name="csX0" fmla="*/ 0 w 3013496"/>
              <a:gd name="csY0" fmla="*/ 0 h 523220"/>
              <a:gd name="csX1" fmla="*/ 472114 w 3013496"/>
              <a:gd name="csY1" fmla="*/ 0 h 523220"/>
              <a:gd name="csX2" fmla="*/ 883959 w 3013496"/>
              <a:gd name="csY2" fmla="*/ 0 h 523220"/>
              <a:gd name="csX3" fmla="*/ 1446478 w 3013496"/>
              <a:gd name="csY3" fmla="*/ 0 h 523220"/>
              <a:gd name="csX4" fmla="*/ 1918592 w 3013496"/>
              <a:gd name="csY4" fmla="*/ 0 h 523220"/>
              <a:gd name="csX5" fmla="*/ 2390707 w 3013496"/>
              <a:gd name="csY5" fmla="*/ 0 h 523220"/>
              <a:gd name="csX6" fmla="*/ 3013496 w 3013496"/>
              <a:gd name="csY6" fmla="*/ 0 h 523220"/>
              <a:gd name="csX7" fmla="*/ 3013496 w 3013496"/>
              <a:gd name="csY7" fmla="*/ 523220 h 523220"/>
              <a:gd name="csX8" fmla="*/ 2511247 w 3013496"/>
              <a:gd name="csY8" fmla="*/ 523220 h 523220"/>
              <a:gd name="csX9" fmla="*/ 2099402 w 3013496"/>
              <a:gd name="csY9" fmla="*/ 523220 h 523220"/>
              <a:gd name="csX10" fmla="*/ 1597153 w 3013496"/>
              <a:gd name="csY10" fmla="*/ 523220 h 523220"/>
              <a:gd name="csX11" fmla="*/ 1094904 w 3013496"/>
              <a:gd name="csY11" fmla="*/ 523220 h 523220"/>
              <a:gd name="csX12" fmla="*/ 622789 w 3013496"/>
              <a:gd name="csY12" fmla="*/ 523220 h 523220"/>
              <a:gd name="csX13" fmla="*/ 0 w 3013496"/>
              <a:gd name="csY13" fmla="*/ 523220 h 523220"/>
              <a:gd name="csX14" fmla="*/ 0 w 3013496"/>
              <a:gd name="csY14" fmla="*/ 0 h 523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013496" h="523220" extrusionOk="0">
                <a:moveTo>
                  <a:pt x="0" y="0"/>
                </a:moveTo>
                <a:cubicBezTo>
                  <a:pt x="178591" y="-18476"/>
                  <a:pt x="258274" y="14828"/>
                  <a:pt x="472114" y="0"/>
                </a:cubicBezTo>
                <a:cubicBezTo>
                  <a:pt x="685954" y="-14828"/>
                  <a:pt x="738703" y="37308"/>
                  <a:pt x="883959" y="0"/>
                </a:cubicBezTo>
                <a:cubicBezTo>
                  <a:pt x="1029216" y="-37308"/>
                  <a:pt x="1257349" y="751"/>
                  <a:pt x="1446478" y="0"/>
                </a:cubicBezTo>
                <a:cubicBezTo>
                  <a:pt x="1635607" y="-751"/>
                  <a:pt x="1751149" y="38921"/>
                  <a:pt x="1918592" y="0"/>
                </a:cubicBezTo>
                <a:cubicBezTo>
                  <a:pt x="2086035" y="-38921"/>
                  <a:pt x="2198579" y="8883"/>
                  <a:pt x="2390707" y="0"/>
                </a:cubicBezTo>
                <a:cubicBezTo>
                  <a:pt x="2582835" y="-8883"/>
                  <a:pt x="2778145" y="48306"/>
                  <a:pt x="3013496" y="0"/>
                </a:cubicBezTo>
                <a:cubicBezTo>
                  <a:pt x="3041803" y="213097"/>
                  <a:pt x="3004382" y="279283"/>
                  <a:pt x="3013496" y="523220"/>
                </a:cubicBezTo>
                <a:cubicBezTo>
                  <a:pt x="2816850" y="548616"/>
                  <a:pt x="2736183" y="483357"/>
                  <a:pt x="2511247" y="523220"/>
                </a:cubicBezTo>
                <a:cubicBezTo>
                  <a:pt x="2286311" y="563083"/>
                  <a:pt x="2263862" y="513624"/>
                  <a:pt x="2099402" y="523220"/>
                </a:cubicBezTo>
                <a:cubicBezTo>
                  <a:pt x="1934943" y="532816"/>
                  <a:pt x="1840703" y="475680"/>
                  <a:pt x="1597153" y="523220"/>
                </a:cubicBezTo>
                <a:cubicBezTo>
                  <a:pt x="1353603" y="570760"/>
                  <a:pt x="1342868" y="486356"/>
                  <a:pt x="1094904" y="523220"/>
                </a:cubicBezTo>
                <a:cubicBezTo>
                  <a:pt x="846940" y="560084"/>
                  <a:pt x="763760" y="494826"/>
                  <a:pt x="622789" y="523220"/>
                </a:cubicBezTo>
                <a:cubicBezTo>
                  <a:pt x="481818" y="551614"/>
                  <a:pt x="237513" y="474944"/>
                  <a:pt x="0" y="523220"/>
                </a:cubicBezTo>
                <a:cubicBezTo>
                  <a:pt x="-48283" y="282564"/>
                  <a:pt x="3191" y="249525"/>
                  <a:pt x="0" y="0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Core Training Stack (UM/</a:t>
            </a:r>
          </a:p>
          <a:p>
            <a:pPr algn="ctr"/>
            <a:r>
              <a:rPr lang="en-US" sz="1400" dirty="0" err="1"/>
              <a:t>OmegaT</a:t>
            </a:r>
            <a:r>
              <a:rPr lang="en-US" sz="1400" dirty="0"/>
              <a:t>/Nemo/Megatron-LM/...)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D04C069-C815-9471-99D4-1112B4EFDAF8}"/>
              </a:ext>
            </a:extLst>
          </p:cNvPr>
          <p:cNvSpPr/>
          <p:nvPr/>
        </p:nvSpPr>
        <p:spPr>
          <a:xfrm>
            <a:off x="113496" y="179140"/>
            <a:ext cx="3681170" cy="4886450"/>
          </a:xfrm>
          <a:custGeom>
            <a:avLst/>
            <a:gdLst>
              <a:gd name="csX0" fmla="*/ 0 w 3681170"/>
              <a:gd name="csY0" fmla="*/ 277376 h 4886450"/>
              <a:gd name="csX1" fmla="*/ 277376 w 3681170"/>
              <a:gd name="csY1" fmla="*/ 0 h 4886450"/>
              <a:gd name="csX2" fmla="*/ 902660 w 3681170"/>
              <a:gd name="csY2" fmla="*/ 0 h 4886450"/>
              <a:gd name="csX3" fmla="*/ 1465415 w 3681170"/>
              <a:gd name="csY3" fmla="*/ 0 h 4886450"/>
              <a:gd name="csX4" fmla="*/ 1996906 w 3681170"/>
              <a:gd name="csY4" fmla="*/ 0 h 4886450"/>
              <a:gd name="csX5" fmla="*/ 2559661 w 3681170"/>
              <a:gd name="csY5" fmla="*/ 0 h 4886450"/>
              <a:gd name="csX6" fmla="*/ 3403794 w 3681170"/>
              <a:gd name="csY6" fmla="*/ 0 h 4886450"/>
              <a:gd name="csX7" fmla="*/ 3681170 w 3681170"/>
              <a:gd name="csY7" fmla="*/ 277376 h 4886450"/>
              <a:gd name="csX8" fmla="*/ 3681170 w 3681170"/>
              <a:gd name="csY8" fmla="*/ 809556 h 4886450"/>
              <a:gd name="csX9" fmla="*/ 3681170 w 3681170"/>
              <a:gd name="csY9" fmla="*/ 1385053 h 4886450"/>
              <a:gd name="csX10" fmla="*/ 3681170 w 3681170"/>
              <a:gd name="csY10" fmla="*/ 2003867 h 4886450"/>
              <a:gd name="csX11" fmla="*/ 3681170 w 3681170"/>
              <a:gd name="csY11" fmla="*/ 2536047 h 4886450"/>
              <a:gd name="csX12" fmla="*/ 3681170 w 3681170"/>
              <a:gd name="csY12" fmla="*/ 3241495 h 4886450"/>
              <a:gd name="csX13" fmla="*/ 3681170 w 3681170"/>
              <a:gd name="csY13" fmla="*/ 3860309 h 4886450"/>
              <a:gd name="csX14" fmla="*/ 3681170 w 3681170"/>
              <a:gd name="csY14" fmla="*/ 4609074 h 4886450"/>
              <a:gd name="csX15" fmla="*/ 3403794 w 3681170"/>
              <a:gd name="csY15" fmla="*/ 4886450 h 4886450"/>
              <a:gd name="csX16" fmla="*/ 2715982 w 3681170"/>
              <a:gd name="csY16" fmla="*/ 4886450 h 4886450"/>
              <a:gd name="csX17" fmla="*/ 2153227 w 3681170"/>
              <a:gd name="csY17" fmla="*/ 4886450 h 4886450"/>
              <a:gd name="csX18" fmla="*/ 1527943 w 3681170"/>
              <a:gd name="csY18" fmla="*/ 4886450 h 4886450"/>
              <a:gd name="csX19" fmla="*/ 996452 w 3681170"/>
              <a:gd name="csY19" fmla="*/ 4886450 h 4886450"/>
              <a:gd name="csX20" fmla="*/ 277376 w 3681170"/>
              <a:gd name="csY20" fmla="*/ 4886450 h 4886450"/>
              <a:gd name="csX21" fmla="*/ 0 w 3681170"/>
              <a:gd name="csY21" fmla="*/ 4609074 h 4886450"/>
              <a:gd name="csX22" fmla="*/ 0 w 3681170"/>
              <a:gd name="csY22" fmla="*/ 3903626 h 4886450"/>
              <a:gd name="csX23" fmla="*/ 0 w 3681170"/>
              <a:gd name="csY23" fmla="*/ 3371446 h 4886450"/>
              <a:gd name="csX24" fmla="*/ 0 w 3681170"/>
              <a:gd name="csY24" fmla="*/ 2752632 h 4886450"/>
              <a:gd name="csX25" fmla="*/ 0 w 3681170"/>
              <a:gd name="csY25" fmla="*/ 2090501 h 4886450"/>
              <a:gd name="csX26" fmla="*/ 0 w 3681170"/>
              <a:gd name="csY26" fmla="*/ 1385053 h 4886450"/>
              <a:gd name="csX27" fmla="*/ 0 w 3681170"/>
              <a:gd name="csY27" fmla="*/ 277376 h 4886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3681170" h="4886450" fill="none" extrusionOk="0">
                <a:moveTo>
                  <a:pt x="0" y="277376"/>
                </a:moveTo>
                <a:cubicBezTo>
                  <a:pt x="-2382" y="131610"/>
                  <a:pt x="114005" y="-32059"/>
                  <a:pt x="277376" y="0"/>
                </a:cubicBezTo>
                <a:cubicBezTo>
                  <a:pt x="482998" y="-19818"/>
                  <a:pt x="590090" y="1395"/>
                  <a:pt x="902660" y="0"/>
                </a:cubicBezTo>
                <a:cubicBezTo>
                  <a:pt x="1215230" y="-1395"/>
                  <a:pt x="1198704" y="-26082"/>
                  <a:pt x="1465415" y="0"/>
                </a:cubicBezTo>
                <a:cubicBezTo>
                  <a:pt x="1732126" y="26082"/>
                  <a:pt x="1804049" y="-795"/>
                  <a:pt x="1996906" y="0"/>
                </a:cubicBezTo>
                <a:cubicBezTo>
                  <a:pt x="2189763" y="795"/>
                  <a:pt x="2290560" y="27988"/>
                  <a:pt x="2559661" y="0"/>
                </a:cubicBezTo>
                <a:cubicBezTo>
                  <a:pt x="2828762" y="-27988"/>
                  <a:pt x="3068028" y="-16970"/>
                  <a:pt x="3403794" y="0"/>
                </a:cubicBezTo>
                <a:cubicBezTo>
                  <a:pt x="3575267" y="-4839"/>
                  <a:pt x="3677616" y="148803"/>
                  <a:pt x="3681170" y="277376"/>
                </a:cubicBezTo>
                <a:cubicBezTo>
                  <a:pt x="3675914" y="413158"/>
                  <a:pt x="3687449" y="682561"/>
                  <a:pt x="3681170" y="809556"/>
                </a:cubicBezTo>
                <a:cubicBezTo>
                  <a:pt x="3674891" y="936551"/>
                  <a:pt x="3656324" y="1211219"/>
                  <a:pt x="3681170" y="1385053"/>
                </a:cubicBezTo>
                <a:cubicBezTo>
                  <a:pt x="3706016" y="1558887"/>
                  <a:pt x="3679381" y="1866662"/>
                  <a:pt x="3681170" y="2003867"/>
                </a:cubicBezTo>
                <a:cubicBezTo>
                  <a:pt x="3682959" y="2141072"/>
                  <a:pt x="3697198" y="2280725"/>
                  <a:pt x="3681170" y="2536047"/>
                </a:cubicBezTo>
                <a:cubicBezTo>
                  <a:pt x="3665142" y="2791369"/>
                  <a:pt x="3689146" y="3063644"/>
                  <a:pt x="3681170" y="3241495"/>
                </a:cubicBezTo>
                <a:cubicBezTo>
                  <a:pt x="3673194" y="3419346"/>
                  <a:pt x="3707910" y="3582484"/>
                  <a:pt x="3681170" y="3860309"/>
                </a:cubicBezTo>
                <a:cubicBezTo>
                  <a:pt x="3654430" y="4138134"/>
                  <a:pt x="3698136" y="4338688"/>
                  <a:pt x="3681170" y="4609074"/>
                </a:cubicBezTo>
                <a:cubicBezTo>
                  <a:pt x="3662154" y="4740508"/>
                  <a:pt x="3566323" y="4876347"/>
                  <a:pt x="3403794" y="4886450"/>
                </a:cubicBezTo>
                <a:cubicBezTo>
                  <a:pt x="3189474" y="4915631"/>
                  <a:pt x="2911552" y="4857163"/>
                  <a:pt x="2715982" y="4886450"/>
                </a:cubicBezTo>
                <a:cubicBezTo>
                  <a:pt x="2520412" y="4915737"/>
                  <a:pt x="2397115" y="4865802"/>
                  <a:pt x="2153227" y="4886450"/>
                </a:cubicBezTo>
                <a:cubicBezTo>
                  <a:pt x="1909340" y="4907098"/>
                  <a:pt x="1836319" y="4867010"/>
                  <a:pt x="1527943" y="4886450"/>
                </a:cubicBezTo>
                <a:cubicBezTo>
                  <a:pt x="1219567" y="4905890"/>
                  <a:pt x="1232835" y="4903876"/>
                  <a:pt x="996452" y="4886450"/>
                </a:cubicBezTo>
                <a:cubicBezTo>
                  <a:pt x="760069" y="4869024"/>
                  <a:pt x="556389" y="4920066"/>
                  <a:pt x="277376" y="4886450"/>
                </a:cubicBezTo>
                <a:cubicBezTo>
                  <a:pt x="134591" y="4849902"/>
                  <a:pt x="-10165" y="4744197"/>
                  <a:pt x="0" y="4609074"/>
                </a:cubicBezTo>
                <a:cubicBezTo>
                  <a:pt x="5921" y="4353501"/>
                  <a:pt x="-4072" y="4165107"/>
                  <a:pt x="0" y="3903626"/>
                </a:cubicBezTo>
                <a:cubicBezTo>
                  <a:pt x="4072" y="3642145"/>
                  <a:pt x="18162" y="3573699"/>
                  <a:pt x="0" y="3371446"/>
                </a:cubicBezTo>
                <a:cubicBezTo>
                  <a:pt x="-18162" y="3169193"/>
                  <a:pt x="947" y="2933425"/>
                  <a:pt x="0" y="2752632"/>
                </a:cubicBezTo>
                <a:cubicBezTo>
                  <a:pt x="-947" y="2571839"/>
                  <a:pt x="-26918" y="2357410"/>
                  <a:pt x="0" y="2090501"/>
                </a:cubicBezTo>
                <a:cubicBezTo>
                  <a:pt x="26918" y="1823592"/>
                  <a:pt x="-6843" y="1635630"/>
                  <a:pt x="0" y="1385053"/>
                </a:cubicBezTo>
                <a:cubicBezTo>
                  <a:pt x="6843" y="1134476"/>
                  <a:pt x="-30945" y="608287"/>
                  <a:pt x="0" y="277376"/>
                </a:cubicBezTo>
                <a:close/>
              </a:path>
              <a:path w="3681170" h="4886450" stroke="0" extrusionOk="0">
                <a:moveTo>
                  <a:pt x="0" y="277376"/>
                </a:moveTo>
                <a:cubicBezTo>
                  <a:pt x="-27355" y="107312"/>
                  <a:pt x="120859" y="1248"/>
                  <a:pt x="277376" y="0"/>
                </a:cubicBezTo>
                <a:cubicBezTo>
                  <a:pt x="481496" y="27229"/>
                  <a:pt x="735329" y="-5509"/>
                  <a:pt x="965188" y="0"/>
                </a:cubicBezTo>
                <a:cubicBezTo>
                  <a:pt x="1195047" y="5509"/>
                  <a:pt x="1384983" y="-3805"/>
                  <a:pt x="1559207" y="0"/>
                </a:cubicBezTo>
                <a:cubicBezTo>
                  <a:pt x="1733431" y="3805"/>
                  <a:pt x="1894247" y="-14241"/>
                  <a:pt x="2121963" y="0"/>
                </a:cubicBezTo>
                <a:cubicBezTo>
                  <a:pt x="2349679" y="14241"/>
                  <a:pt x="2501809" y="22840"/>
                  <a:pt x="2778510" y="0"/>
                </a:cubicBezTo>
                <a:cubicBezTo>
                  <a:pt x="3055211" y="-22840"/>
                  <a:pt x="3176106" y="10708"/>
                  <a:pt x="3403794" y="0"/>
                </a:cubicBezTo>
                <a:cubicBezTo>
                  <a:pt x="3575691" y="-30442"/>
                  <a:pt x="3661472" y="141496"/>
                  <a:pt x="3681170" y="277376"/>
                </a:cubicBezTo>
                <a:cubicBezTo>
                  <a:pt x="3703248" y="437584"/>
                  <a:pt x="3691417" y="754179"/>
                  <a:pt x="3681170" y="896190"/>
                </a:cubicBezTo>
                <a:cubicBezTo>
                  <a:pt x="3670923" y="1038201"/>
                  <a:pt x="3674583" y="1190638"/>
                  <a:pt x="3681170" y="1385053"/>
                </a:cubicBezTo>
                <a:cubicBezTo>
                  <a:pt x="3687757" y="1579468"/>
                  <a:pt x="3700939" y="1832329"/>
                  <a:pt x="3681170" y="2003867"/>
                </a:cubicBezTo>
                <a:cubicBezTo>
                  <a:pt x="3661401" y="2175405"/>
                  <a:pt x="3668510" y="2375401"/>
                  <a:pt x="3681170" y="2622681"/>
                </a:cubicBezTo>
                <a:cubicBezTo>
                  <a:pt x="3693830" y="2869961"/>
                  <a:pt x="3703660" y="2923250"/>
                  <a:pt x="3681170" y="3198178"/>
                </a:cubicBezTo>
                <a:cubicBezTo>
                  <a:pt x="3658680" y="3473106"/>
                  <a:pt x="3647919" y="3590011"/>
                  <a:pt x="3681170" y="3903626"/>
                </a:cubicBezTo>
                <a:cubicBezTo>
                  <a:pt x="3714421" y="4217241"/>
                  <a:pt x="3669488" y="4373022"/>
                  <a:pt x="3681170" y="4609074"/>
                </a:cubicBezTo>
                <a:cubicBezTo>
                  <a:pt x="3663055" y="4765240"/>
                  <a:pt x="3551675" y="4882786"/>
                  <a:pt x="3403794" y="4886450"/>
                </a:cubicBezTo>
                <a:cubicBezTo>
                  <a:pt x="3208466" y="4885396"/>
                  <a:pt x="2964667" y="4878518"/>
                  <a:pt x="2747246" y="4886450"/>
                </a:cubicBezTo>
                <a:cubicBezTo>
                  <a:pt x="2529825" y="4894382"/>
                  <a:pt x="2249307" y="4883734"/>
                  <a:pt x="2121963" y="4886450"/>
                </a:cubicBezTo>
                <a:cubicBezTo>
                  <a:pt x="1994619" y="4889166"/>
                  <a:pt x="1806976" y="4889284"/>
                  <a:pt x="1590472" y="4886450"/>
                </a:cubicBezTo>
                <a:cubicBezTo>
                  <a:pt x="1373968" y="4883616"/>
                  <a:pt x="1203623" y="4900068"/>
                  <a:pt x="1027716" y="4886450"/>
                </a:cubicBezTo>
                <a:cubicBezTo>
                  <a:pt x="851809" y="4872832"/>
                  <a:pt x="551365" y="4906009"/>
                  <a:pt x="277376" y="4886450"/>
                </a:cubicBezTo>
                <a:cubicBezTo>
                  <a:pt x="141528" y="4882780"/>
                  <a:pt x="1970" y="4780971"/>
                  <a:pt x="0" y="4609074"/>
                </a:cubicBezTo>
                <a:cubicBezTo>
                  <a:pt x="-18540" y="4414515"/>
                  <a:pt x="16711" y="4197945"/>
                  <a:pt x="0" y="4076894"/>
                </a:cubicBezTo>
                <a:cubicBezTo>
                  <a:pt x="-16711" y="3955843"/>
                  <a:pt x="16179" y="3745725"/>
                  <a:pt x="0" y="3588031"/>
                </a:cubicBezTo>
                <a:cubicBezTo>
                  <a:pt x="-16179" y="3430337"/>
                  <a:pt x="-8111" y="3324562"/>
                  <a:pt x="0" y="3099168"/>
                </a:cubicBezTo>
                <a:cubicBezTo>
                  <a:pt x="8111" y="2873774"/>
                  <a:pt x="21471" y="2639673"/>
                  <a:pt x="0" y="2480354"/>
                </a:cubicBezTo>
                <a:cubicBezTo>
                  <a:pt x="-21471" y="2321035"/>
                  <a:pt x="-19940" y="2141130"/>
                  <a:pt x="0" y="1948174"/>
                </a:cubicBezTo>
                <a:cubicBezTo>
                  <a:pt x="19940" y="1755218"/>
                  <a:pt x="-3809" y="1608928"/>
                  <a:pt x="0" y="1286043"/>
                </a:cubicBezTo>
                <a:cubicBezTo>
                  <a:pt x="3809" y="963158"/>
                  <a:pt x="40026" y="756601"/>
                  <a:pt x="0" y="277376"/>
                </a:cubicBezTo>
                <a:close/>
              </a:path>
            </a:pathLst>
          </a:custGeom>
          <a:solidFill>
            <a:srgbClr val="C00000">
              <a:alpha val="6998"/>
            </a:srgbClr>
          </a:solidFill>
          <a:ln>
            <a:solidFill>
              <a:srgbClr val="F7EBEA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7535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2871A05-D86F-1A25-7625-8BE81AE2725E}"/>
              </a:ext>
            </a:extLst>
          </p:cNvPr>
          <p:cNvSpPr/>
          <p:nvPr/>
        </p:nvSpPr>
        <p:spPr>
          <a:xfrm>
            <a:off x="1533625" y="2724687"/>
            <a:ext cx="10316273" cy="2527225"/>
          </a:xfrm>
          <a:custGeom>
            <a:avLst/>
            <a:gdLst>
              <a:gd name="csX0" fmla="*/ 0 w 10316273"/>
              <a:gd name="csY0" fmla="*/ 421213 h 2527225"/>
              <a:gd name="csX1" fmla="*/ 421213 w 10316273"/>
              <a:gd name="csY1" fmla="*/ 0 h 2527225"/>
              <a:gd name="csX2" fmla="*/ 918590 w 10316273"/>
              <a:gd name="csY2" fmla="*/ 0 h 2527225"/>
              <a:gd name="csX3" fmla="*/ 1226490 w 10316273"/>
              <a:gd name="csY3" fmla="*/ 0 h 2527225"/>
              <a:gd name="csX4" fmla="*/ 2008082 w 10316273"/>
              <a:gd name="csY4" fmla="*/ 0 h 2527225"/>
              <a:gd name="csX5" fmla="*/ 2600198 w 10316273"/>
              <a:gd name="csY5" fmla="*/ 0 h 2527225"/>
              <a:gd name="csX6" fmla="*/ 3381790 w 10316273"/>
              <a:gd name="csY6" fmla="*/ 0 h 2527225"/>
              <a:gd name="csX7" fmla="*/ 3879167 w 10316273"/>
              <a:gd name="csY7" fmla="*/ 0 h 2527225"/>
              <a:gd name="csX8" fmla="*/ 4281806 w 10316273"/>
              <a:gd name="csY8" fmla="*/ 0 h 2527225"/>
              <a:gd name="csX9" fmla="*/ 4873921 w 10316273"/>
              <a:gd name="csY9" fmla="*/ 0 h 2527225"/>
              <a:gd name="csX10" fmla="*/ 5560775 w 10316273"/>
              <a:gd name="csY10" fmla="*/ 0 h 2527225"/>
              <a:gd name="csX11" fmla="*/ 6342367 w 10316273"/>
              <a:gd name="csY11" fmla="*/ 0 h 2527225"/>
              <a:gd name="csX12" fmla="*/ 7029221 w 10316273"/>
              <a:gd name="csY12" fmla="*/ 0 h 2527225"/>
              <a:gd name="csX13" fmla="*/ 7810814 w 10316273"/>
              <a:gd name="csY13" fmla="*/ 0 h 2527225"/>
              <a:gd name="csX14" fmla="*/ 8497668 w 10316273"/>
              <a:gd name="csY14" fmla="*/ 0 h 2527225"/>
              <a:gd name="csX15" fmla="*/ 8900306 w 10316273"/>
              <a:gd name="csY15" fmla="*/ 0 h 2527225"/>
              <a:gd name="csX16" fmla="*/ 9895060 w 10316273"/>
              <a:gd name="csY16" fmla="*/ 0 h 2527225"/>
              <a:gd name="csX17" fmla="*/ 10316273 w 10316273"/>
              <a:gd name="csY17" fmla="*/ 421213 h 2527225"/>
              <a:gd name="csX18" fmla="*/ 10316273 w 10316273"/>
              <a:gd name="csY18" fmla="*/ 999661 h 2527225"/>
              <a:gd name="csX19" fmla="*/ 10316273 w 10316273"/>
              <a:gd name="csY19" fmla="*/ 1527564 h 2527225"/>
              <a:gd name="csX20" fmla="*/ 10316273 w 10316273"/>
              <a:gd name="csY20" fmla="*/ 2106012 h 2527225"/>
              <a:gd name="csX21" fmla="*/ 9895060 w 10316273"/>
              <a:gd name="csY21" fmla="*/ 2527225 h 2527225"/>
              <a:gd name="csX22" fmla="*/ 9113468 w 10316273"/>
              <a:gd name="csY22" fmla="*/ 2527225 h 2527225"/>
              <a:gd name="csX23" fmla="*/ 8331875 w 10316273"/>
              <a:gd name="csY23" fmla="*/ 2527225 h 2527225"/>
              <a:gd name="csX24" fmla="*/ 7929237 w 10316273"/>
              <a:gd name="csY24" fmla="*/ 2527225 h 2527225"/>
              <a:gd name="csX25" fmla="*/ 7147644 w 10316273"/>
              <a:gd name="csY25" fmla="*/ 2527225 h 2527225"/>
              <a:gd name="csX26" fmla="*/ 6745006 w 10316273"/>
              <a:gd name="csY26" fmla="*/ 2527225 h 2527225"/>
              <a:gd name="csX27" fmla="*/ 6058152 w 10316273"/>
              <a:gd name="csY27" fmla="*/ 2527225 h 2527225"/>
              <a:gd name="csX28" fmla="*/ 5276560 w 10316273"/>
              <a:gd name="csY28" fmla="*/ 2527225 h 2527225"/>
              <a:gd name="csX29" fmla="*/ 4968660 w 10316273"/>
              <a:gd name="csY29" fmla="*/ 2527225 h 2527225"/>
              <a:gd name="csX30" fmla="*/ 4187067 w 10316273"/>
              <a:gd name="csY30" fmla="*/ 2527225 h 2527225"/>
              <a:gd name="csX31" fmla="*/ 3405475 w 10316273"/>
              <a:gd name="csY31" fmla="*/ 2527225 h 2527225"/>
              <a:gd name="csX32" fmla="*/ 3097575 w 10316273"/>
              <a:gd name="csY32" fmla="*/ 2527225 h 2527225"/>
              <a:gd name="csX33" fmla="*/ 2505459 w 10316273"/>
              <a:gd name="csY33" fmla="*/ 2527225 h 2527225"/>
              <a:gd name="csX34" fmla="*/ 2008082 w 10316273"/>
              <a:gd name="csY34" fmla="*/ 2527225 h 2527225"/>
              <a:gd name="csX35" fmla="*/ 1510705 w 10316273"/>
              <a:gd name="csY35" fmla="*/ 2527225 h 2527225"/>
              <a:gd name="csX36" fmla="*/ 1013328 w 10316273"/>
              <a:gd name="csY36" fmla="*/ 2527225 h 2527225"/>
              <a:gd name="csX37" fmla="*/ 421213 w 10316273"/>
              <a:gd name="csY37" fmla="*/ 2527225 h 2527225"/>
              <a:gd name="csX38" fmla="*/ 0 w 10316273"/>
              <a:gd name="csY38" fmla="*/ 2106012 h 2527225"/>
              <a:gd name="csX39" fmla="*/ 0 w 10316273"/>
              <a:gd name="csY39" fmla="*/ 1544412 h 2527225"/>
              <a:gd name="csX40" fmla="*/ 0 w 10316273"/>
              <a:gd name="csY40" fmla="*/ 1016509 h 2527225"/>
              <a:gd name="csX41" fmla="*/ 0 w 10316273"/>
              <a:gd name="csY41" fmla="*/ 421213 h 2527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0316273" h="2527225" fill="none" extrusionOk="0">
                <a:moveTo>
                  <a:pt x="0" y="421213"/>
                </a:moveTo>
                <a:cubicBezTo>
                  <a:pt x="51669" y="197441"/>
                  <a:pt x="141022" y="17401"/>
                  <a:pt x="421213" y="0"/>
                </a:cubicBezTo>
                <a:cubicBezTo>
                  <a:pt x="594885" y="-24275"/>
                  <a:pt x="695638" y="26976"/>
                  <a:pt x="918590" y="0"/>
                </a:cubicBezTo>
                <a:cubicBezTo>
                  <a:pt x="1141542" y="-26976"/>
                  <a:pt x="1109971" y="18389"/>
                  <a:pt x="1226490" y="0"/>
                </a:cubicBezTo>
                <a:cubicBezTo>
                  <a:pt x="1343009" y="-18389"/>
                  <a:pt x="1680361" y="25761"/>
                  <a:pt x="2008082" y="0"/>
                </a:cubicBezTo>
                <a:cubicBezTo>
                  <a:pt x="2335803" y="-25761"/>
                  <a:pt x="2438399" y="23755"/>
                  <a:pt x="2600198" y="0"/>
                </a:cubicBezTo>
                <a:cubicBezTo>
                  <a:pt x="2761997" y="-23755"/>
                  <a:pt x="3214636" y="93775"/>
                  <a:pt x="3381790" y="0"/>
                </a:cubicBezTo>
                <a:cubicBezTo>
                  <a:pt x="3548944" y="-93775"/>
                  <a:pt x="3761836" y="31522"/>
                  <a:pt x="3879167" y="0"/>
                </a:cubicBezTo>
                <a:cubicBezTo>
                  <a:pt x="3996498" y="-31522"/>
                  <a:pt x="4089565" y="32560"/>
                  <a:pt x="4281806" y="0"/>
                </a:cubicBezTo>
                <a:cubicBezTo>
                  <a:pt x="4474047" y="-32560"/>
                  <a:pt x="4727404" y="13273"/>
                  <a:pt x="4873921" y="0"/>
                </a:cubicBezTo>
                <a:cubicBezTo>
                  <a:pt x="5020439" y="-13273"/>
                  <a:pt x="5244867" y="78989"/>
                  <a:pt x="5560775" y="0"/>
                </a:cubicBezTo>
                <a:cubicBezTo>
                  <a:pt x="5876683" y="-78989"/>
                  <a:pt x="6130897" y="38074"/>
                  <a:pt x="6342367" y="0"/>
                </a:cubicBezTo>
                <a:cubicBezTo>
                  <a:pt x="6553837" y="-38074"/>
                  <a:pt x="6688108" y="69510"/>
                  <a:pt x="7029221" y="0"/>
                </a:cubicBezTo>
                <a:cubicBezTo>
                  <a:pt x="7370334" y="-69510"/>
                  <a:pt x="7543316" y="81914"/>
                  <a:pt x="7810814" y="0"/>
                </a:cubicBezTo>
                <a:cubicBezTo>
                  <a:pt x="8078312" y="-81914"/>
                  <a:pt x="8161840" y="6457"/>
                  <a:pt x="8497668" y="0"/>
                </a:cubicBezTo>
                <a:cubicBezTo>
                  <a:pt x="8833496" y="-6457"/>
                  <a:pt x="8769077" y="44030"/>
                  <a:pt x="8900306" y="0"/>
                </a:cubicBezTo>
                <a:cubicBezTo>
                  <a:pt x="9031535" y="-44030"/>
                  <a:pt x="9679429" y="78718"/>
                  <a:pt x="9895060" y="0"/>
                </a:cubicBezTo>
                <a:cubicBezTo>
                  <a:pt x="10141354" y="2105"/>
                  <a:pt x="10345572" y="233534"/>
                  <a:pt x="10316273" y="421213"/>
                </a:cubicBezTo>
                <a:cubicBezTo>
                  <a:pt x="10334182" y="599830"/>
                  <a:pt x="10260369" y="880741"/>
                  <a:pt x="10316273" y="999661"/>
                </a:cubicBezTo>
                <a:cubicBezTo>
                  <a:pt x="10372177" y="1118581"/>
                  <a:pt x="10275617" y="1285408"/>
                  <a:pt x="10316273" y="1527564"/>
                </a:cubicBezTo>
                <a:cubicBezTo>
                  <a:pt x="10356929" y="1769720"/>
                  <a:pt x="10249670" y="1972884"/>
                  <a:pt x="10316273" y="2106012"/>
                </a:cubicBezTo>
                <a:cubicBezTo>
                  <a:pt x="10352401" y="2313759"/>
                  <a:pt x="10179570" y="2483341"/>
                  <a:pt x="9895060" y="2527225"/>
                </a:cubicBezTo>
                <a:cubicBezTo>
                  <a:pt x="9705636" y="2543820"/>
                  <a:pt x="9401348" y="2510440"/>
                  <a:pt x="9113468" y="2527225"/>
                </a:cubicBezTo>
                <a:cubicBezTo>
                  <a:pt x="8825588" y="2544010"/>
                  <a:pt x="8590653" y="2527020"/>
                  <a:pt x="8331875" y="2527225"/>
                </a:cubicBezTo>
                <a:cubicBezTo>
                  <a:pt x="8073097" y="2527430"/>
                  <a:pt x="8023038" y="2482627"/>
                  <a:pt x="7929237" y="2527225"/>
                </a:cubicBezTo>
                <a:cubicBezTo>
                  <a:pt x="7835436" y="2571823"/>
                  <a:pt x="7312929" y="2466538"/>
                  <a:pt x="7147644" y="2527225"/>
                </a:cubicBezTo>
                <a:cubicBezTo>
                  <a:pt x="6982359" y="2587912"/>
                  <a:pt x="6913830" y="2525705"/>
                  <a:pt x="6745006" y="2527225"/>
                </a:cubicBezTo>
                <a:cubicBezTo>
                  <a:pt x="6576182" y="2528745"/>
                  <a:pt x="6237367" y="2525023"/>
                  <a:pt x="6058152" y="2527225"/>
                </a:cubicBezTo>
                <a:cubicBezTo>
                  <a:pt x="5878937" y="2529427"/>
                  <a:pt x="5478096" y="2450476"/>
                  <a:pt x="5276560" y="2527225"/>
                </a:cubicBezTo>
                <a:cubicBezTo>
                  <a:pt x="5075024" y="2603974"/>
                  <a:pt x="5041307" y="2503253"/>
                  <a:pt x="4968660" y="2527225"/>
                </a:cubicBezTo>
                <a:cubicBezTo>
                  <a:pt x="4896013" y="2551197"/>
                  <a:pt x="4388701" y="2465481"/>
                  <a:pt x="4187067" y="2527225"/>
                </a:cubicBezTo>
                <a:cubicBezTo>
                  <a:pt x="3985433" y="2588969"/>
                  <a:pt x="3603599" y="2485440"/>
                  <a:pt x="3405475" y="2527225"/>
                </a:cubicBezTo>
                <a:cubicBezTo>
                  <a:pt x="3207351" y="2569010"/>
                  <a:pt x="3168852" y="2511164"/>
                  <a:pt x="3097575" y="2527225"/>
                </a:cubicBezTo>
                <a:cubicBezTo>
                  <a:pt x="3026298" y="2543286"/>
                  <a:pt x="2687707" y="2476276"/>
                  <a:pt x="2505459" y="2527225"/>
                </a:cubicBezTo>
                <a:cubicBezTo>
                  <a:pt x="2323211" y="2578174"/>
                  <a:pt x="2155111" y="2498137"/>
                  <a:pt x="2008082" y="2527225"/>
                </a:cubicBezTo>
                <a:cubicBezTo>
                  <a:pt x="1861053" y="2556313"/>
                  <a:pt x="1749454" y="2469366"/>
                  <a:pt x="1510705" y="2527225"/>
                </a:cubicBezTo>
                <a:cubicBezTo>
                  <a:pt x="1271956" y="2585084"/>
                  <a:pt x="1200846" y="2514079"/>
                  <a:pt x="1013328" y="2527225"/>
                </a:cubicBezTo>
                <a:cubicBezTo>
                  <a:pt x="825810" y="2540371"/>
                  <a:pt x="710100" y="2502683"/>
                  <a:pt x="421213" y="2527225"/>
                </a:cubicBezTo>
                <a:cubicBezTo>
                  <a:pt x="197323" y="2475324"/>
                  <a:pt x="-2300" y="2333565"/>
                  <a:pt x="0" y="2106012"/>
                </a:cubicBezTo>
                <a:cubicBezTo>
                  <a:pt x="-53514" y="1893537"/>
                  <a:pt x="13293" y="1808911"/>
                  <a:pt x="0" y="1544412"/>
                </a:cubicBezTo>
                <a:cubicBezTo>
                  <a:pt x="-13293" y="1279913"/>
                  <a:pt x="19314" y="1153245"/>
                  <a:pt x="0" y="1016509"/>
                </a:cubicBezTo>
                <a:cubicBezTo>
                  <a:pt x="-19314" y="879773"/>
                  <a:pt x="63383" y="568095"/>
                  <a:pt x="0" y="421213"/>
                </a:cubicBezTo>
                <a:close/>
              </a:path>
              <a:path w="10316273" h="2527225" stroke="0" extrusionOk="0">
                <a:moveTo>
                  <a:pt x="0" y="421213"/>
                </a:moveTo>
                <a:cubicBezTo>
                  <a:pt x="-30517" y="169759"/>
                  <a:pt x="169406" y="7197"/>
                  <a:pt x="421213" y="0"/>
                </a:cubicBezTo>
                <a:cubicBezTo>
                  <a:pt x="762070" y="-37070"/>
                  <a:pt x="983768" y="50349"/>
                  <a:pt x="1202805" y="0"/>
                </a:cubicBezTo>
                <a:cubicBezTo>
                  <a:pt x="1421842" y="-50349"/>
                  <a:pt x="1492711" y="13786"/>
                  <a:pt x="1700182" y="0"/>
                </a:cubicBezTo>
                <a:cubicBezTo>
                  <a:pt x="1907653" y="-13786"/>
                  <a:pt x="1961557" y="26407"/>
                  <a:pt x="2102821" y="0"/>
                </a:cubicBezTo>
                <a:cubicBezTo>
                  <a:pt x="2244085" y="-26407"/>
                  <a:pt x="2561592" y="71793"/>
                  <a:pt x="2789675" y="0"/>
                </a:cubicBezTo>
                <a:cubicBezTo>
                  <a:pt x="3017758" y="-71793"/>
                  <a:pt x="3162127" y="58117"/>
                  <a:pt x="3287052" y="0"/>
                </a:cubicBezTo>
                <a:cubicBezTo>
                  <a:pt x="3411977" y="-58117"/>
                  <a:pt x="3690737" y="61456"/>
                  <a:pt x="4068644" y="0"/>
                </a:cubicBezTo>
                <a:cubicBezTo>
                  <a:pt x="4446551" y="-61456"/>
                  <a:pt x="4344043" y="18433"/>
                  <a:pt x="4471283" y="0"/>
                </a:cubicBezTo>
                <a:cubicBezTo>
                  <a:pt x="4598523" y="-18433"/>
                  <a:pt x="4925927" y="62641"/>
                  <a:pt x="5252875" y="0"/>
                </a:cubicBezTo>
                <a:cubicBezTo>
                  <a:pt x="5579823" y="-62641"/>
                  <a:pt x="5477464" y="20399"/>
                  <a:pt x="5560775" y="0"/>
                </a:cubicBezTo>
                <a:cubicBezTo>
                  <a:pt x="5644086" y="-20399"/>
                  <a:pt x="5988154" y="11283"/>
                  <a:pt x="6152890" y="0"/>
                </a:cubicBezTo>
                <a:cubicBezTo>
                  <a:pt x="6317627" y="-11283"/>
                  <a:pt x="6491509" y="28199"/>
                  <a:pt x="6745006" y="0"/>
                </a:cubicBezTo>
                <a:cubicBezTo>
                  <a:pt x="6998503" y="-28199"/>
                  <a:pt x="7093597" y="31347"/>
                  <a:pt x="7242383" y="0"/>
                </a:cubicBezTo>
                <a:cubicBezTo>
                  <a:pt x="7391169" y="-31347"/>
                  <a:pt x="7653382" y="8363"/>
                  <a:pt x="8023975" y="0"/>
                </a:cubicBezTo>
                <a:cubicBezTo>
                  <a:pt x="8394568" y="-8363"/>
                  <a:pt x="8562267" y="60961"/>
                  <a:pt x="8805568" y="0"/>
                </a:cubicBezTo>
                <a:cubicBezTo>
                  <a:pt x="9048869" y="-60961"/>
                  <a:pt x="9037505" y="4037"/>
                  <a:pt x="9208206" y="0"/>
                </a:cubicBezTo>
                <a:cubicBezTo>
                  <a:pt x="9378907" y="-4037"/>
                  <a:pt x="9643337" y="15666"/>
                  <a:pt x="9895060" y="0"/>
                </a:cubicBezTo>
                <a:cubicBezTo>
                  <a:pt x="10103083" y="-50159"/>
                  <a:pt x="10319985" y="138376"/>
                  <a:pt x="10316273" y="421213"/>
                </a:cubicBezTo>
                <a:cubicBezTo>
                  <a:pt x="10370052" y="541271"/>
                  <a:pt x="10267542" y="780949"/>
                  <a:pt x="10316273" y="999661"/>
                </a:cubicBezTo>
                <a:cubicBezTo>
                  <a:pt x="10365004" y="1218373"/>
                  <a:pt x="10277465" y="1285620"/>
                  <a:pt x="10316273" y="1527564"/>
                </a:cubicBezTo>
                <a:cubicBezTo>
                  <a:pt x="10355081" y="1769508"/>
                  <a:pt x="10288624" y="1949729"/>
                  <a:pt x="10316273" y="2106012"/>
                </a:cubicBezTo>
                <a:cubicBezTo>
                  <a:pt x="10345560" y="2332445"/>
                  <a:pt x="10131548" y="2563856"/>
                  <a:pt x="9895060" y="2527225"/>
                </a:cubicBezTo>
                <a:cubicBezTo>
                  <a:pt x="9732707" y="2561845"/>
                  <a:pt x="9650439" y="2520924"/>
                  <a:pt x="9492422" y="2527225"/>
                </a:cubicBezTo>
                <a:cubicBezTo>
                  <a:pt x="9334405" y="2533526"/>
                  <a:pt x="9324242" y="2498991"/>
                  <a:pt x="9184521" y="2527225"/>
                </a:cubicBezTo>
                <a:cubicBezTo>
                  <a:pt x="9044800" y="2555459"/>
                  <a:pt x="8981433" y="2495479"/>
                  <a:pt x="8876621" y="2527225"/>
                </a:cubicBezTo>
                <a:cubicBezTo>
                  <a:pt x="8771809" y="2558971"/>
                  <a:pt x="8504762" y="2474306"/>
                  <a:pt x="8284506" y="2527225"/>
                </a:cubicBezTo>
                <a:cubicBezTo>
                  <a:pt x="8064250" y="2580144"/>
                  <a:pt x="8037944" y="2479809"/>
                  <a:pt x="7881868" y="2527225"/>
                </a:cubicBezTo>
                <a:cubicBezTo>
                  <a:pt x="7725792" y="2574641"/>
                  <a:pt x="7371608" y="2515575"/>
                  <a:pt x="7195014" y="2527225"/>
                </a:cubicBezTo>
                <a:cubicBezTo>
                  <a:pt x="7018420" y="2538875"/>
                  <a:pt x="6990983" y="2484193"/>
                  <a:pt x="6792375" y="2527225"/>
                </a:cubicBezTo>
                <a:cubicBezTo>
                  <a:pt x="6593767" y="2570257"/>
                  <a:pt x="6390629" y="2482726"/>
                  <a:pt x="6105521" y="2527225"/>
                </a:cubicBezTo>
                <a:cubicBezTo>
                  <a:pt x="5820413" y="2571724"/>
                  <a:pt x="5869722" y="2515119"/>
                  <a:pt x="5797621" y="2527225"/>
                </a:cubicBezTo>
                <a:cubicBezTo>
                  <a:pt x="5725520" y="2539331"/>
                  <a:pt x="5410820" y="2472178"/>
                  <a:pt x="5110767" y="2527225"/>
                </a:cubicBezTo>
                <a:cubicBezTo>
                  <a:pt x="4810714" y="2582272"/>
                  <a:pt x="4847454" y="2517669"/>
                  <a:pt x="4708129" y="2527225"/>
                </a:cubicBezTo>
                <a:cubicBezTo>
                  <a:pt x="4568804" y="2536781"/>
                  <a:pt x="4471706" y="2517152"/>
                  <a:pt x="4400229" y="2527225"/>
                </a:cubicBezTo>
                <a:cubicBezTo>
                  <a:pt x="4328752" y="2537298"/>
                  <a:pt x="4165276" y="2482620"/>
                  <a:pt x="3997590" y="2527225"/>
                </a:cubicBezTo>
                <a:cubicBezTo>
                  <a:pt x="3829904" y="2571830"/>
                  <a:pt x="3472110" y="2489610"/>
                  <a:pt x="3310736" y="2527225"/>
                </a:cubicBezTo>
                <a:cubicBezTo>
                  <a:pt x="3149362" y="2564840"/>
                  <a:pt x="3004242" y="2492067"/>
                  <a:pt x="2908098" y="2527225"/>
                </a:cubicBezTo>
                <a:cubicBezTo>
                  <a:pt x="2811954" y="2562383"/>
                  <a:pt x="2694697" y="2497771"/>
                  <a:pt x="2600198" y="2527225"/>
                </a:cubicBezTo>
                <a:cubicBezTo>
                  <a:pt x="2505699" y="2556679"/>
                  <a:pt x="2314371" y="2517868"/>
                  <a:pt x="2197559" y="2527225"/>
                </a:cubicBezTo>
                <a:cubicBezTo>
                  <a:pt x="2080747" y="2536582"/>
                  <a:pt x="1846770" y="2496742"/>
                  <a:pt x="1700182" y="2527225"/>
                </a:cubicBezTo>
                <a:cubicBezTo>
                  <a:pt x="1553594" y="2557708"/>
                  <a:pt x="1237905" y="2460531"/>
                  <a:pt x="1108067" y="2527225"/>
                </a:cubicBezTo>
                <a:cubicBezTo>
                  <a:pt x="978230" y="2593919"/>
                  <a:pt x="651726" y="2500802"/>
                  <a:pt x="421213" y="2527225"/>
                </a:cubicBezTo>
                <a:cubicBezTo>
                  <a:pt x="211858" y="2587052"/>
                  <a:pt x="20932" y="2348380"/>
                  <a:pt x="0" y="2106012"/>
                </a:cubicBezTo>
                <a:cubicBezTo>
                  <a:pt x="-48283" y="1906135"/>
                  <a:pt x="66219" y="1800603"/>
                  <a:pt x="0" y="1544412"/>
                </a:cubicBezTo>
                <a:cubicBezTo>
                  <a:pt x="-66219" y="1288221"/>
                  <a:pt x="30460" y="1216228"/>
                  <a:pt x="0" y="965965"/>
                </a:cubicBezTo>
                <a:cubicBezTo>
                  <a:pt x="-30460" y="715702"/>
                  <a:pt x="41895" y="562396"/>
                  <a:pt x="0" y="421213"/>
                </a:cubicBezTo>
                <a:close/>
              </a:path>
            </a:pathLst>
          </a:custGeom>
          <a:solidFill>
            <a:schemeClr val="bg1">
              <a:lumMod val="65000"/>
              <a:alpha val="6998"/>
            </a:schemeClr>
          </a:solidFill>
          <a:ln>
            <a:solidFill>
              <a:schemeClr val="bg1">
                <a:lumMod val="8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B23CB5C-6906-86F8-C38F-DD48108E8704}"/>
              </a:ext>
            </a:extLst>
          </p:cNvPr>
          <p:cNvSpPr/>
          <p:nvPr/>
        </p:nvSpPr>
        <p:spPr>
          <a:xfrm>
            <a:off x="1897060" y="272324"/>
            <a:ext cx="9952839" cy="1826474"/>
          </a:xfrm>
          <a:prstGeom prst="roundRect">
            <a:avLst>
              <a:gd name="adj" fmla="val 13170"/>
            </a:avLst>
          </a:prstGeom>
          <a:solidFill>
            <a:schemeClr val="accent4">
              <a:alpha val="69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8E8C1AB7-3F31-D4EA-0F33-DE2CD24B511F}"/>
              </a:ext>
            </a:extLst>
          </p:cNvPr>
          <p:cNvSpPr/>
          <p:nvPr/>
        </p:nvSpPr>
        <p:spPr>
          <a:xfrm>
            <a:off x="670193" y="750372"/>
            <a:ext cx="1127707" cy="113855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84CA077-6CF6-AF8E-88CB-7CB50831879A}"/>
              </a:ext>
            </a:extLst>
          </p:cNvPr>
          <p:cNvSpPr/>
          <p:nvPr/>
        </p:nvSpPr>
        <p:spPr>
          <a:xfrm>
            <a:off x="8404268" y="821773"/>
            <a:ext cx="3039491" cy="104293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Shadowing/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AB Testing/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Guardrail Policy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9C60BF8-6413-5710-3880-79599342507F}"/>
              </a:ext>
            </a:extLst>
          </p:cNvPr>
          <p:cNvSpPr/>
          <p:nvPr/>
        </p:nvSpPr>
        <p:spPr>
          <a:xfrm>
            <a:off x="5263464" y="2918953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Ablation Engine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9CF5C6B-248C-8ECA-042F-58547843F403}"/>
              </a:ext>
            </a:extLst>
          </p:cNvPr>
          <p:cNvSpPr/>
          <p:nvPr/>
        </p:nvSpPr>
        <p:spPr>
          <a:xfrm>
            <a:off x="1633663" y="4053556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Engine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(Filter/Lineage)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A6ABD0F-D2D5-616A-0050-3F02D3DFFB96}"/>
              </a:ext>
            </a:extLst>
          </p:cNvPr>
          <p:cNvSpPr/>
          <p:nvPr/>
        </p:nvSpPr>
        <p:spPr>
          <a:xfrm>
            <a:off x="8161571" y="4053555"/>
            <a:ext cx="3478660" cy="756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Incremental Learning Engine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(CPT/SFT/DPO)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A7F29AE-4A8B-CBE4-B00C-295D927F620C}"/>
              </a:ext>
            </a:extLst>
          </p:cNvPr>
          <p:cNvSpPr/>
          <p:nvPr/>
        </p:nvSpPr>
        <p:spPr>
          <a:xfrm>
            <a:off x="5263464" y="4053556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Blender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94D7883-65AC-49BE-5353-0D0CB975029A}"/>
              </a:ext>
            </a:extLst>
          </p:cNvPr>
          <p:cNvSpPr/>
          <p:nvPr/>
        </p:nvSpPr>
        <p:spPr>
          <a:xfrm>
            <a:off x="5263464" y="960947"/>
            <a:ext cx="2206928" cy="75640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Inference/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Runtime Service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2659AF6-41E8-8F58-73BD-C81837A06880}"/>
              </a:ext>
            </a:extLst>
          </p:cNvPr>
          <p:cNvSpPr/>
          <p:nvPr/>
        </p:nvSpPr>
        <p:spPr>
          <a:xfrm>
            <a:off x="8893267" y="2918954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Offline OCE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823B46-D690-DA9C-4203-CEF618BD0538}"/>
              </a:ext>
            </a:extLst>
          </p:cNvPr>
          <p:cNvSpPr txBox="1"/>
          <p:nvPr/>
        </p:nvSpPr>
        <p:spPr>
          <a:xfrm>
            <a:off x="655336" y="1042910"/>
            <a:ext cx="1226867" cy="6430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Offline</a:t>
            </a:r>
          </a:p>
          <a:p>
            <a:r>
              <a:rPr lang="en-US" sz="1600" dirty="0"/>
              <a:t>Data Store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036E89-AAED-9CF1-3546-A19652AAE62B}"/>
              </a:ext>
            </a:extLst>
          </p:cNvPr>
          <p:cNvGrpSpPr/>
          <p:nvPr/>
        </p:nvGrpSpPr>
        <p:grpSpPr>
          <a:xfrm>
            <a:off x="2020425" y="750372"/>
            <a:ext cx="1226867" cy="1138550"/>
            <a:chOff x="3117593" y="1730157"/>
            <a:chExt cx="1115755" cy="1035437"/>
          </a:xfrm>
        </p:grpSpPr>
        <p:sp>
          <p:nvSpPr>
            <p:cNvPr id="5" name="Can 4">
              <a:extLst>
                <a:ext uri="{FF2B5EF4-FFF2-40B4-BE49-F238E27FC236}">
                  <a16:creationId xmlns:a16="http://schemas.microsoft.com/office/drawing/2014/main" id="{2C367D7F-C0F5-5585-4B68-113614485C8C}"/>
                </a:ext>
              </a:extLst>
            </p:cNvPr>
            <p:cNvSpPr/>
            <p:nvPr/>
          </p:nvSpPr>
          <p:spPr>
            <a:xfrm>
              <a:off x="3122008" y="1730157"/>
              <a:ext cx="1025576" cy="1035437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6E2243F-0FA8-4019-470E-7D155CFD969F}"/>
                </a:ext>
              </a:extLst>
            </p:cNvPr>
            <p:cNvSpPr txBox="1"/>
            <p:nvPr/>
          </p:nvSpPr>
          <p:spPr>
            <a:xfrm>
              <a:off x="3117593" y="1996200"/>
              <a:ext cx="111575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Online</a:t>
              </a:r>
            </a:p>
            <a:p>
              <a:r>
                <a:rPr lang="en-US" sz="1600" dirty="0"/>
                <a:t>Data Store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38FC34-AE67-C9FE-B501-F12C00AC148A}"/>
              </a:ext>
            </a:extLst>
          </p:cNvPr>
          <p:cNvCxnSpPr>
            <a:stCxn id="8" idx="3"/>
            <a:endCxn id="10" idx="1"/>
          </p:cNvCxnSpPr>
          <p:nvPr/>
        </p:nvCxnSpPr>
        <p:spPr>
          <a:xfrm>
            <a:off x="3644583" y="4431757"/>
            <a:ext cx="1618881" cy="0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8BA2C9F-E5E9-71F2-43AA-BDFBF65384C7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7274384" y="4431756"/>
            <a:ext cx="887187" cy="1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525D0B1-A5EB-D765-7DC8-5E0E5ACDEEA5}"/>
              </a:ext>
            </a:extLst>
          </p:cNvPr>
          <p:cNvCxnSpPr/>
          <p:nvPr/>
        </p:nvCxnSpPr>
        <p:spPr>
          <a:xfrm>
            <a:off x="7274384" y="3293391"/>
            <a:ext cx="1618881" cy="0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593A6F5-CFF9-9018-29B7-62183518795C}"/>
              </a:ext>
            </a:extLst>
          </p:cNvPr>
          <p:cNvCxnSpPr>
            <a:cxnSpLocks/>
            <a:stCxn id="6" idx="1"/>
            <a:endCxn id="11" idx="3"/>
          </p:cNvCxnSpPr>
          <p:nvPr/>
        </p:nvCxnSpPr>
        <p:spPr>
          <a:xfrm flipH="1" flipV="1">
            <a:off x="7470393" y="1339147"/>
            <a:ext cx="933876" cy="4096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B2FFF13-3CDF-4C57-8182-3793CCAF537A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152986" y="1339147"/>
            <a:ext cx="2110478" cy="0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F40F633-D056-60FD-27D5-F06658E9D517}"/>
              </a:ext>
            </a:extLst>
          </p:cNvPr>
          <p:cNvCxnSpPr>
            <a:cxnSpLocks/>
          </p:cNvCxnSpPr>
          <p:nvPr/>
        </p:nvCxnSpPr>
        <p:spPr>
          <a:xfrm>
            <a:off x="2588922" y="1888922"/>
            <a:ext cx="0" cy="2164633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6637A4C0-46C0-332A-4EA1-22C62EFBC672}"/>
              </a:ext>
            </a:extLst>
          </p:cNvPr>
          <p:cNvCxnSpPr>
            <a:cxnSpLocks/>
            <a:stCxn id="4" idx="3"/>
          </p:cNvCxnSpPr>
          <p:nvPr/>
        </p:nvCxnSpPr>
        <p:spPr>
          <a:xfrm rot="16200000" flipH="1">
            <a:off x="829168" y="2293801"/>
            <a:ext cx="2164633" cy="1354875"/>
          </a:xfrm>
          <a:prstGeom prst="bentConnector3">
            <a:avLst>
              <a:gd name="adj1" fmla="val 67503"/>
            </a:avLst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B332A24-13B7-6547-3CEE-78C43751E14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6268924" y="3675354"/>
            <a:ext cx="0" cy="378201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2B4F8A-AC05-2E57-161A-02CDDC61DA8C}"/>
              </a:ext>
            </a:extLst>
          </p:cNvPr>
          <p:cNvCxnSpPr>
            <a:cxnSpLocks/>
            <a:stCxn id="9" idx="0"/>
            <a:endCxn id="12" idx="2"/>
          </p:cNvCxnSpPr>
          <p:nvPr/>
        </p:nvCxnSpPr>
        <p:spPr>
          <a:xfrm flipH="1" flipV="1">
            <a:off x="9898726" y="3675355"/>
            <a:ext cx="2175" cy="378200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53D0E4E-78D2-8B7D-584A-C4E9614C8FFA}"/>
              </a:ext>
            </a:extLst>
          </p:cNvPr>
          <p:cNvSpPr txBox="1"/>
          <p:nvPr/>
        </p:nvSpPr>
        <p:spPr>
          <a:xfrm>
            <a:off x="296641" y="155400"/>
            <a:ext cx="1874812" cy="4061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Customer Data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68F2238-4C94-27BA-82EC-8AC34219AF87}"/>
              </a:ext>
            </a:extLst>
          </p:cNvPr>
          <p:cNvCxnSpPr>
            <a:cxnSpLocks/>
          </p:cNvCxnSpPr>
          <p:nvPr/>
        </p:nvCxnSpPr>
        <p:spPr>
          <a:xfrm>
            <a:off x="1217683" y="445902"/>
            <a:ext cx="2342" cy="318611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A81CCEE-62AD-37F7-6EC7-BFD8ADFE48AC}"/>
              </a:ext>
            </a:extLst>
          </p:cNvPr>
          <p:cNvSpPr/>
          <p:nvPr/>
        </p:nvSpPr>
        <p:spPr>
          <a:xfrm>
            <a:off x="8779037" y="243048"/>
            <a:ext cx="3039491" cy="391916"/>
          </a:xfrm>
          <a:prstGeom prst="roundRect">
            <a:avLst>
              <a:gd name="adj" fmla="val 50000"/>
            </a:avLst>
          </a:prstGeom>
          <a:solidFill>
            <a:schemeClr val="bg1">
              <a:alpha val="77245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          Service Plane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727D3F5-FF5F-967E-5114-5B6424709309}"/>
              </a:ext>
            </a:extLst>
          </p:cNvPr>
          <p:cNvSpPr/>
          <p:nvPr/>
        </p:nvSpPr>
        <p:spPr>
          <a:xfrm>
            <a:off x="145152" y="4869632"/>
            <a:ext cx="2156012" cy="391916"/>
          </a:xfrm>
          <a:prstGeom prst="roundRect">
            <a:avLst>
              <a:gd name="adj" fmla="val 50000"/>
            </a:avLst>
          </a:prstGeom>
          <a:solidFill>
            <a:schemeClr val="bg1">
              <a:alpha val="77245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Data Flywheel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72625E2E-7FFF-BF51-16D3-6C30EBE75186}"/>
              </a:ext>
            </a:extLst>
          </p:cNvPr>
          <p:cNvSpPr/>
          <p:nvPr/>
        </p:nvSpPr>
        <p:spPr>
          <a:xfrm>
            <a:off x="7470393" y="4859996"/>
            <a:ext cx="4379507" cy="391916"/>
          </a:xfrm>
          <a:prstGeom prst="roundRect">
            <a:avLst>
              <a:gd name="adj" fmla="val 50000"/>
            </a:avLst>
          </a:prstGeom>
          <a:solidFill>
            <a:schemeClr val="bg1">
              <a:alpha val="77245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Cust. Training Execution Plane</a:t>
            </a:r>
          </a:p>
        </p:txBody>
      </p: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C8CACFC4-9C8D-D10F-75AE-71F4063DBAEC}"/>
              </a:ext>
            </a:extLst>
          </p:cNvPr>
          <p:cNvCxnSpPr>
            <a:cxnSpLocks/>
            <a:stCxn id="9" idx="3"/>
            <a:endCxn id="72" idx="2"/>
          </p:cNvCxnSpPr>
          <p:nvPr/>
        </p:nvCxnSpPr>
        <p:spPr>
          <a:xfrm flipH="1" flipV="1">
            <a:off x="9596838" y="2279317"/>
            <a:ext cx="2043393" cy="2152439"/>
          </a:xfrm>
          <a:prstGeom prst="bentConnector3">
            <a:avLst>
              <a:gd name="adj1" fmla="val -15152"/>
            </a:avLst>
          </a:prstGeom>
          <a:ln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53E357B0-6A26-5DA9-EEBD-4A5B8C794965}"/>
              </a:ext>
            </a:extLst>
          </p:cNvPr>
          <p:cNvCxnSpPr>
            <a:cxnSpLocks/>
            <a:stCxn id="7" idx="0"/>
            <a:endCxn id="71" idx="2"/>
          </p:cNvCxnSpPr>
          <p:nvPr/>
        </p:nvCxnSpPr>
        <p:spPr>
          <a:xfrm rot="5400000" flipH="1" flipV="1">
            <a:off x="6140116" y="2408127"/>
            <a:ext cx="639634" cy="382018"/>
          </a:xfrm>
          <a:prstGeom prst="bentConnector2">
            <a:avLst/>
          </a:prstGeom>
          <a:ln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Smiley Face 70">
            <a:extLst>
              <a:ext uri="{FF2B5EF4-FFF2-40B4-BE49-F238E27FC236}">
                <a16:creationId xmlns:a16="http://schemas.microsoft.com/office/drawing/2014/main" id="{98720C87-799B-3A08-DD70-CF6EA29F4682}"/>
              </a:ext>
            </a:extLst>
          </p:cNvPr>
          <p:cNvSpPr/>
          <p:nvPr/>
        </p:nvSpPr>
        <p:spPr>
          <a:xfrm>
            <a:off x="6650942" y="2197446"/>
            <a:ext cx="163745" cy="163745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Smiley Face 71">
            <a:extLst>
              <a:ext uri="{FF2B5EF4-FFF2-40B4-BE49-F238E27FC236}">
                <a16:creationId xmlns:a16="http://schemas.microsoft.com/office/drawing/2014/main" id="{097FBD54-131E-F1D0-3C07-AE4B695F9117}"/>
              </a:ext>
            </a:extLst>
          </p:cNvPr>
          <p:cNvSpPr/>
          <p:nvPr/>
        </p:nvSpPr>
        <p:spPr>
          <a:xfrm rot="10800000">
            <a:off x="9433093" y="2197445"/>
            <a:ext cx="163745" cy="163745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B25DF46-A553-E2D0-4BD5-97AAB0E51646}"/>
              </a:ext>
            </a:extLst>
          </p:cNvPr>
          <p:cNvGrpSpPr/>
          <p:nvPr/>
        </p:nvGrpSpPr>
        <p:grpSpPr>
          <a:xfrm>
            <a:off x="1136209" y="1227429"/>
            <a:ext cx="8874235" cy="3316044"/>
            <a:chOff x="1043587" y="1130340"/>
            <a:chExt cx="8070537" cy="301572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C13366EC-C9F9-C4B8-D422-2310D0722871}"/>
                </a:ext>
              </a:extLst>
            </p:cNvPr>
            <p:cNvSpPr/>
            <p:nvPr/>
          </p:nvSpPr>
          <p:spPr>
            <a:xfrm>
              <a:off x="1043587" y="1667621"/>
              <a:ext cx="203200" cy="203200"/>
            </a:xfrm>
            <a:prstGeom prst="rect">
              <a:avLst/>
            </a:prstGeom>
            <a:solidFill>
              <a:srgbClr val="FDF0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62FE1435-66D2-8E5A-55CD-05A73E61F0F2}"/>
                </a:ext>
              </a:extLst>
            </p:cNvPr>
            <p:cNvSpPr/>
            <p:nvPr/>
          </p:nvSpPr>
          <p:spPr>
            <a:xfrm>
              <a:off x="2276647" y="1667621"/>
              <a:ext cx="203200" cy="203200"/>
            </a:xfrm>
            <a:prstGeom prst="rect">
              <a:avLst/>
            </a:prstGeom>
            <a:solidFill>
              <a:srgbClr val="EEE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15FF11B-7462-ED38-F97B-B3F557032852}"/>
                </a:ext>
              </a:extLst>
            </p:cNvPr>
            <p:cNvSpPr/>
            <p:nvPr/>
          </p:nvSpPr>
          <p:spPr>
            <a:xfrm>
              <a:off x="4698791" y="1130340"/>
              <a:ext cx="203200" cy="203200"/>
            </a:xfrm>
            <a:prstGeom prst="rect">
              <a:avLst/>
            </a:prstGeom>
            <a:solidFill>
              <a:srgbClr val="F1F9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7B953B6-3C63-783F-37B0-1E2D94ED2423}"/>
                </a:ext>
              </a:extLst>
            </p:cNvPr>
            <p:cNvSpPr/>
            <p:nvPr/>
          </p:nvSpPr>
          <p:spPr>
            <a:xfrm>
              <a:off x="7551812" y="1134065"/>
              <a:ext cx="203200" cy="203200"/>
            </a:xfrm>
            <a:prstGeom prst="rect">
              <a:avLst/>
            </a:prstGeom>
            <a:solidFill>
              <a:srgbClr val="F1F9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E71ECF6-1FD7-F7C9-69E6-38B4678666E5}"/>
                </a:ext>
              </a:extLst>
            </p:cNvPr>
            <p:cNvSpPr/>
            <p:nvPr/>
          </p:nvSpPr>
          <p:spPr>
            <a:xfrm>
              <a:off x="3227496" y="3942865"/>
              <a:ext cx="203200" cy="203200"/>
            </a:xfrm>
            <a:prstGeom prst="rect">
              <a:avLst/>
            </a:prstGeom>
            <a:solidFill>
              <a:srgbClr val="F7EB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CA5D6EEC-25C7-B1AC-7F24-969ADDAD2CA4}"/>
                </a:ext>
              </a:extLst>
            </p:cNvPr>
            <p:cNvSpPr/>
            <p:nvPr/>
          </p:nvSpPr>
          <p:spPr>
            <a:xfrm>
              <a:off x="5607692" y="3610691"/>
              <a:ext cx="203200" cy="2032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7E1FA17B-6F2F-DDC6-AA93-4988BA58F3C9}"/>
                </a:ext>
              </a:extLst>
            </p:cNvPr>
            <p:cNvSpPr/>
            <p:nvPr/>
          </p:nvSpPr>
          <p:spPr>
            <a:xfrm>
              <a:off x="6539156" y="2908912"/>
              <a:ext cx="203200" cy="2032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14A2D4C5-F9E5-66F0-1D47-33A62561D0A2}"/>
                </a:ext>
              </a:extLst>
            </p:cNvPr>
            <p:cNvSpPr/>
            <p:nvPr/>
          </p:nvSpPr>
          <p:spPr>
            <a:xfrm>
              <a:off x="6539156" y="3942865"/>
              <a:ext cx="203200" cy="2032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E577C3B-6630-1B77-5E97-D243A1BF4D8C}"/>
                </a:ext>
              </a:extLst>
            </p:cNvPr>
            <p:cNvSpPr/>
            <p:nvPr/>
          </p:nvSpPr>
          <p:spPr>
            <a:xfrm>
              <a:off x="8910924" y="3608669"/>
              <a:ext cx="203200" cy="2032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6451014-E487-DF05-0D87-D2735BD1FE75}"/>
                </a:ext>
              </a:extLst>
            </p:cNvPr>
            <p:cNvSpPr/>
            <p:nvPr/>
          </p:nvSpPr>
          <p:spPr>
            <a:xfrm>
              <a:off x="5607692" y="2575626"/>
              <a:ext cx="203200" cy="2032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5BC8C9B-6437-3937-4CAD-C09E57288064}"/>
              </a:ext>
            </a:extLst>
          </p:cNvPr>
          <p:cNvCxnSpPr>
            <a:cxnSpLocks/>
          </p:cNvCxnSpPr>
          <p:nvPr/>
        </p:nvCxnSpPr>
        <p:spPr>
          <a:xfrm flipH="1" flipV="1">
            <a:off x="9921838" y="1859201"/>
            <a:ext cx="2175" cy="1059752"/>
          </a:xfrm>
          <a:prstGeom prst="straightConnector1">
            <a:avLst/>
          </a:prstGeom>
          <a:ln cap="rnd" cmpd="dbl">
            <a:solidFill>
              <a:schemeClr val="tx1"/>
            </a:solidFill>
            <a:prstDash val="sysDot"/>
            <a:bevel/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816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7B984-943E-4584-054C-B64B1E83C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CD34311-145D-08A2-F30C-F3466EA57C57}"/>
              </a:ext>
            </a:extLst>
          </p:cNvPr>
          <p:cNvSpPr/>
          <p:nvPr/>
        </p:nvSpPr>
        <p:spPr>
          <a:xfrm>
            <a:off x="5263464" y="2918953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Ablation Engine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6AF2E0E-ED05-00C2-8862-4D630D735813}"/>
              </a:ext>
            </a:extLst>
          </p:cNvPr>
          <p:cNvSpPr/>
          <p:nvPr/>
        </p:nvSpPr>
        <p:spPr>
          <a:xfrm>
            <a:off x="1633663" y="4053556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Engine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(Filter/Lineage)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BEC1E2C-2DDB-3C19-F9FD-E936994AE3D6}"/>
              </a:ext>
            </a:extLst>
          </p:cNvPr>
          <p:cNvSpPr/>
          <p:nvPr/>
        </p:nvSpPr>
        <p:spPr>
          <a:xfrm>
            <a:off x="8161571" y="4053555"/>
            <a:ext cx="3478660" cy="756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Incremental Learning Engine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(CPT/SFT/DPO)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9D9BAE0-D83D-5F52-D14D-77356661F0BD}"/>
              </a:ext>
            </a:extLst>
          </p:cNvPr>
          <p:cNvSpPr/>
          <p:nvPr/>
        </p:nvSpPr>
        <p:spPr>
          <a:xfrm>
            <a:off x="5263464" y="4053556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Blender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ECC5A4C-3C18-9FDE-8315-B378AB4A00E6}"/>
              </a:ext>
            </a:extLst>
          </p:cNvPr>
          <p:cNvSpPr/>
          <p:nvPr/>
        </p:nvSpPr>
        <p:spPr>
          <a:xfrm>
            <a:off x="8893267" y="2918954"/>
            <a:ext cx="2010920" cy="75640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Offline OCE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39EC5F-AC0D-D1C1-68D8-2596D8AF0024}"/>
              </a:ext>
            </a:extLst>
          </p:cNvPr>
          <p:cNvGrpSpPr/>
          <p:nvPr/>
        </p:nvGrpSpPr>
        <p:grpSpPr>
          <a:xfrm>
            <a:off x="2020425" y="750372"/>
            <a:ext cx="9423334" cy="1138550"/>
            <a:chOff x="2020425" y="750372"/>
            <a:chExt cx="9423334" cy="11385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9BC0D91-9270-DC13-2181-AF360A94B9EF}"/>
                </a:ext>
              </a:extLst>
            </p:cNvPr>
            <p:cNvSpPr/>
            <p:nvPr/>
          </p:nvSpPr>
          <p:spPr>
            <a:xfrm>
              <a:off x="8404268" y="821773"/>
              <a:ext cx="3039491" cy="104293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Shadowing/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AB Testing/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Guardrail Policy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6135F01C-95EA-043C-A6C9-FE87770C476A}"/>
                </a:ext>
              </a:extLst>
            </p:cNvPr>
            <p:cNvSpPr/>
            <p:nvPr/>
          </p:nvSpPr>
          <p:spPr>
            <a:xfrm>
              <a:off x="5263464" y="960947"/>
              <a:ext cx="2206928" cy="756401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Inference/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Runtime Service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9AAF799-505E-0CC2-5171-576CE9E760C0}"/>
                </a:ext>
              </a:extLst>
            </p:cNvPr>
            <p:cNvGrpSpPr/>
            <p:nvPr/>
          </p:nvGrpSpPr>
          <p:grpSpPr>
            <a:xfrm>
              <a:off x="2020425" y="750372"/>
              <a:ext cx="1226867" cy="1138550"/>
              <a:chOff x="3117593" y="1730157"/>
              <a:chExt cx="1115755" cy="1035437"/>
            </a:xfrm>
          </p:grpSpPr>
          <p:sp>
            <p:nvSpPr>
              <p:cNvPr id="5" name="Can 4">
                <a:extLst>
                  <a:ext uri="{FF2B5EF4-FFF2-40B4-BE49-F238E27FC236}">
                    <a16:creationId xmlns:a16="http://schemas.microsoft.com/office/drawing/2014/main" id="{8A27ADA7-70B1-12DB-910B-2B1E584C6808}"/>
                  </a:ext>
                </a:extLst>
              </p:cNvPr>
              <p:cNvSpPr/>
              <p:nvPr/>
            </p:nvSpPr>
            <p:spPr>
              <a:xfrm>
                <a:off x="3122008" y="1730157"/>
                <a:ext cx="1025576" cy="1035437"/>
              </a:xfrm>
              <a:prstGeom prst="ca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FE8D0DB-8FCC-5F72-1622-C7A2CE824559}"/>
                  </a:ext>
                </a:extLst>
              </p:cNvPr>
              <p:cNvSpPr txBox="1"/>
              <p:nvPr/>
            </p:nvSpPr>
            <p:spPr>
              <a:xfrm>
                <a:off x="3117593" y="1996200"/>
                <a:ext cx="111575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Online</a:t>
                </a:r>
              </a:p>
              <a:p>
                <a:r>
                  <a:rPr lang="en-US" sz="1600" dirty="0"/>
                  <a:t>Data Store</a:t>
                </a: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B458487-9888-67F3-44A6-5ACBBC74A9E6}"/>
              </a:ext>
            </a:extLst>
          </p:cNvPr>
          <p:cNvGrpSpPr/>
          <p:nvPr/>
        </p:nvGrpSpPr>
        <p:grpSpPr>
          <a:xfrm>
            <a:off x="296641" y="155400"/>
            <a:ext cx="2292281" cy="3898155"/>
            <a:chOff x="296641" y="155400"/>
            <a:chExt cx="2292281" cy="3898155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EDD96D33-8828-4EFB-9FCF-5EF1FB2C9F25}"/>
                </a:ext>
              </a:extLst>
            </p:cNvPr>
            <p:cNvSpPr/>
            <p:nvPr/>
          </p:nvSpPr>
          <p:spPr>
            <a:xfrm>
              <a:off x="670193" y="750372"/>
              <a:ext cx="1127707" cy="1138550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DF739B8-D111-1807-5539-AA1832244F3C}"/>
                </a:ext>
              </a:extLst>
            </p:cNvPr>
            <p:cNvSpPr txBox="1"/>
            <p:nvPr/>
          </p:nvSpPr>
          <p:spPr>
            <a:xfrm>
              <a:off x="655336" y="1042910"/>
              <a:ext cx="1226867" cy="6430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Offline</a:t>
              </a:r>
            </a:p>
            <a:p>
              <a:r>
                <a:rPr lang="en-US" sz="1600" dirty="0"/>
                <a:t>Data Store</a:t>
              </a:r>
            </a:p>
          </p:txBody>
        </p: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374C0165-13B5-D1EF-8B62-BF726C4D33AF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rot="16200000" flipH="1">
              <a:off x="829168" y="2293801"/>
              <a:ext cx="2164633" cy="1354875"/>
            </a:xfrm>
            <a:prstGeom prst="bentConnector3">
              <a:avLst>
                <a:gd name="adj1" fmla="val 67503"/>
              </a:avLst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309AFE8-E28D-C6B6-2DE2-2C7667BFF034}"/>
                </a:ext>
              </a:extLst>
            </p:cNvPr>
            <p:cNvSpPr txBox="1"/>
            <p:nvPr/>
          </p:nvSpPr>
          <p:spPr>
            <a:xfrm>
              <a:off x="296641" y="155400"/>
              <a:ext cx="1874812" cy="4061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Customer Data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3975D18B-ED8E-199A-3A36-C7E08AF2975A}"/>
                </a:ext>
              </a:extLst>
            </p:cNvPr>
            <p:cNvCxnSpPr>
              <a:cxnSpLocks/>
            </p:cNvCxnSpPr>
            <p:nvPr/>
          </p:nvCxnSpPr>
          <p:spPr>
            <a:xfrm>
              <a:off x="1217683" y="445902"/>
              <a:ext cx="2342" cy="318611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924EE1B-D146-5468-6EF4-A3ADFB5E1B7F}"/>
              </a:ext>
            </a:extLst>
          </p:cNvPr>
          <p:cNvGrpSpPr/>
          <p:nvPr/>
        </p:nvGrpSpPr>
        <p:grpSpPr>
          <a:xfrm>
            <a:off x="6268924" y="2143795"/>
            <a:ext cx="5371307" cy="2287961"/>
            <a:chOff x="6268924" y="2143795"/>
            <a:chExt cx="5371307" cy="228796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5B6FF83-568D-E38C-2111-BD72E693BFD4}"/>
                </a:ext>
              </a:extLst>
            </p:cNvPr>
            <p:cNvSpPr txBox="1"/>
            <p:nvPr/>
          </p:nvSpPr>
          <p:spPr>
            <a:xfrm>
              <a:off x="6650942" y="2143795"/>
              <a:ext cx="3013496" cy="523220"/>
            </a:xfrm>
            <a:custGeom>
              <a:avLst/>
              <a:gdLst>
                <a:gd name="csX0" fmla="*/ 0 w 3013496"/>
                <a:gd name="csY0" fmla="*/ 0 h 523220"/>
                <a:gd name="csX1" fmla="*/ 472114 w 3013496"/>
                <a:gd name="csY1" fmla="*/ 0 h 523220"/>
                <a:gd name="csX2" fmla="*/ 883959 w 3013496"/>
                <a:gd name="csY2" fmla="*/ 0 h 523220"/>
                <a:gd name="csX3" fmla="*/ 1446478 w 3013496"/>
                <a:gd name="csY3" fmla="*/ 0 h 523220"/>
                <a:gd name="csX4" fmla="*/ 1918592 w 3013496"/>
                <a:gd name="csY4" fmla="*/ 0 h 523220"/>
                <a:gd name="csX5" fmla="*/ 2390707 w 3013496"/>
                <a:gd name="csY5" fmla="*/ 0 h 523220"/>
                <a:gd name="csX6" fmla="*/ 3013496 w 3013496"/>
                <a:gd name="csY6" fmla="*/ 0 h 523220"/>
                <a:gd name="csX7" fmla="*/ 3013496 w 3013496"/>
                <a:gd name="csY7" fmla="*/ 523220 h 523220"/>
                <a:gd name="csX8" fmla="*/ 2511247 w 3013496"/>
                <a:gd name="csY8" fmla="*/ 523220 h 523220"/>
                <a:gd name="csX9" fmla="*/ 2099402 w 3013496"/>
                <a:gd name="csY9" fmla="*/ 523220 h 523220"/>
                <a:gd name="csX10" fmla="*/ 1597153 w 3013496"/>
                <a:gd name="csY10" fmla="*/ 523220 h 523220"/>
                <a:gd name="csX11" fmla="*/ 1094904 w 3013496"/>
                <a:gd name="csY11" fmla="*/ 523220 h 523220"/>
                <a:gd name="csX12" fmla="*/ 622789 w 3013496"/>
                <a:gd name="csY12" fmla="*/ 523220 h 523220"/>
                <a:gd name="csX13" fmla="*/ 0 w 3013496"/>
                <a:gd name="csY13" fmla="*/ 523220 h 523220"/>
                <a:gd name="csX14" fmla="*/ 0 w 3013496"/>
                <a:gd name="csY14" fmla="*/ 0 h 523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013496" h="523220" extrusionOk="0">
                  <a:moveTo>
                    <a:pt x="0" y="0"/>
                  </a:moveTo>
                  <a:cubicBezTo>
                    <a:pt x="178591" y="-18476"/>
                    <a:pt x="258274" y="14828"/>
                    <a:pt x="472114" y="0"/>
                  </a:cubicBezTo>
                  <a:cubicBezTo>
                    <a:pt x="685954" y="-14828"/>
                    <a:pt x="738703" y="37308"/>
                    <a:pt x="883959" y="0"/>
                  </a:cubicBezTo>
                  <a:cubicBezTo>
                    <a:pt x="1029216" y="-37308"/>
                    <a:pt x="1257349" y="751"/>
                    <a:pt x="1446478" y="0"/>
                  </a:cubicBezTo>
                  <a:cubicBezTo>
                    <a:pt x="1635607" y="-751"/>
                    <a:pt x="1751149" y="38921"/>
                    <a:pt x="1918592" y="0"/>
                  </a:cubicBezTo>
                  <a:cubicBezTo>
                    <a:pt x="2086035" y="-38921"/>
                    <a:pt x="2198579" y="8883"/>
                    <a:pt x="2390707" y="0"/>
                  </a:cubicBezTo>
                  <a:cubicBezTo>
                    <a:pt x="2582835" y="-8883"/>
                    <a:pt x="2778145" y="48306"/>
                    <a:pt x="3013496" y="0"/>
                  </a:cubicBezTo>
                  <a:cubicBezTo>
                    <a:pt x="3041803" y="213097"/>
                    <a:pt x="3004382" y="279283"/>
                    <a:pt x="3013496" y="523220"/>
                  </a:cubicBezTo>
                  <a:cubicBezTo>
                    <a:pt x="2816850" y="548616"/>
                    <a:pt x="2736183" y="483357"/>
                    <a:pt x="2511247" y="523220"/>
                  </a:cubicBezTo>
                  <a:cubicBezTo>
                    <a:pt x="2286311" y="563083"/>
                    <a:pt x="2263862" y="513624"/>
                    <a:pt x="2099402" y="523220"/>
                  </a:cubicBezTo>
                  <a:cubicBezTo>
                    <a:pt x="1934943" y="532816"/>
                    <a:pt x="1840703" y="475680"/>
                    <a:pt x="1597153" y="523220"/>
                  </a:cubicBezTo>
                  <a:cubicBezTo>
                    <a:pt x="1353603" y="570760"/>
                    <a:pt x="1342868" y="486356"/>
                    <a:pt x="1094904" y="523220"/>
                  </a:cubicBezTo>
                  <a:cubicBezTo>
                    <a:pt x="846940" y="560084"/>
                    <a:pt x="763760" y="494826"/>
                    <a:pt x="622789" y="523220"/>
                  </a:cubicBezTo>
                  <a:cubicBezTo>
                    <a:pt x="481818" y="551614"/>
                    <a:pt x="237513" y="474944"/>
                    <a:pt x="0" y="523220"/>
                  </a:cubicBezTo>
                  <a:cubicBezTo>
                    <a:pt x="-48283" y="282564"/>
                    <a:pt x="3191" y="249525"/>
                    <a:pt x="0" y="0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Core Training Stack (UM/</a:t>
              </a:r>
            </a:p>
            <a:p>
              <a:pPr algn="ctr"/>
              <a:r>
                <a:rPr lang="en-US" sz="1400" dirty="0" err="1"/>
                <a:t>OmegaT</a:t>
              </a:r>
              <a:r>
                <a:rPr lang="en-US" sz="1400" dirty="0"/>
                <a:t>/Nemo/Megatron-LM/...)</a:t>
              </a:r>
            </a:p>
          </p:txBody>
        </p:sp>
        <p:cxnSp>
          <p:nvCxnSpPr>
            <p:cNvPr id="61" name="Elbow Connector 60">
              <a:extLst>
                <a:ext uri="{FF2B5EF4-FFF2-40B4-BE49-F238E27FC236}">
                  <a16:creationId xmlns:a16="http://schemas.microsoft.com/office/drawing/2014/main" id="{A7D8D45A-8021-0255-E3C5-6B29A6B1ED91}"/>
                </a:ext>
              </a:extLst>
            </p:cNvPr>
            <p:cNvCxnSpPr>
              <a:cxnSpLocks/>
              <a:stCxn id="9" idx="3"/>
              <a:endCxn id="72" idx="2"/>
            </p:cNvCxnSpPr>
            <p:nvPr/>
          </p:nvCxnSpPr>
          <p:spPr>
            <a:xfrm flipH="1" flipV="1">
              <a:off x="9596838" y="2279317"/>
              <a:ext cx="2043393" cy="2152439"/>
            </a:xfrm>
            <a:prstGeom prst="bentConnector3">
              <a:avLst>
                <a:gd name="adj1" fmla="val -15152"/>
              </a:avLst>
            </a:prstGeom>
            <a:ln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Elbow Connector 63">
              <a:extLst>
                <a:ext uri="{FF2B5EF4-FFF2-40B4-BE49-F238E27FC236}">
                  <a16:creationId xmlns:a16="http://schemas.microsoft.com/office/drawing/2014/main" id="{0D1B261C-47C1-7925-AB56-DAFDCFAC93E0}"/>
                </a:ext>
              </a:extLst>
            </p:cNvPr>
            <p:cNvCxnSpPr>
              <a:cxnSpLocks/>
              <a:stCxn id="7" idx="0"/>
              <a:endCxn id="71" idx="2"/>
            </p:cNvCxnSpPr>
            <p:nvPr/>
          </p:nvCxnSpPr>
          <p:spPr>
            <a:xfrm rot="5400000" flipH="1" flipV="1">
              <a:off x="6140116" y="2408127"/>
              <a:ext cx="639634" cy="382018"/>
            </a:xfrm>
            <a:prstGeom prst="bentConnector2">
              <a:avLst/>
            </a:prstGeom>
            <a:ln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Smiley Face 70">
              <a:extLst>
                <a:ext uri="{FF2B5EF4-FFF2-40B4-BE49-F238E27FC236}">
                  <a16:creationId xmlns:a16="http://schemas.microsoft.com/office/drawing/2014/main" id="{3D7C370E-B31E-572A-B3BB-1D30B256E9E5}"/>
                </a:ext>
              </a:extLst>
            </p:cNvPr>
            <p:cNvSpPr/>
            <p:nvPr/>
          </p:nvSpPr>
          <p:spPr>
            <a:xfrm>
              <a:off x="6650942" y="2197446"/>
              <a:ext cx="163745" cy="163745"/>
            </a:xfrm>
            <a:prstGeom prst="smileyFac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Smiley Face 71">
              <a:extLst>
                <a:ext uri="{FF2B5EF4-FFF2-40B4-BE49-F238E27FC236}">
                  <a16:creationId xmlns:a16="http://schemas.microsoft.com/office/drawing/2014/main" id="{6BCCC377-017A-2357-B4C5-8B450426D23B}"/>
                </a:ext>
              </a:extLst>
            </p:cNvPr>
            <p:cNvSpPr/>
            <p:nvPr/>
          </p:nvSpPr>
          <p:spPr>
            <a:xfrm rot="10800000">
              <a:off x="9433093" y="2197445"/>
              <a:ext cx="163745" cy="163745"/>
            </a:xfrm>
            <a:prstGeom prst="smileyFac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A9ED8BB-A8E5-DA68-43FF-BF558245F9D0}"/>
              </a:ext>
            </a:extLst>
          </p:cNvPr>
          <p:cNvGrpSpPr/>
          <p:nvPr/>
        </p:nvGrpSpPr>
        <p:grpSpPr>
          <a:xfrm>
            <a:off x="2588922" y="1339147"/>
            <a:ext cx="7335091" cy="3092610"/>
            <a:chOff x="2588922" y="1339147"/>
            <a:chExt cx="7335091" cy="3092610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3E4880E-1952-E34B-F2D2-C4BFA4205C64}"/>
                </a:ext>
              </a:extLst>
            </p:cNvPr>
            <p:cNvCxnSpPr>
              <a:stCxn id="8" idx="3"/>
              <a:endCxn id="10" idx="1"/>
            </p:cNvCxnSpPr>
            <p:nvPr/>
          </p:nvCxnSpPr>
          <p:spPr>
            <a:xfrm>
              <a:off x="3644583" y="4431757"/>
              <a:ext cx="1618881" cy="0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C17936E-531B-5ABF-2C87-D359B9E2BC6D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7274384" y="4431756"/>
              <a:ext cx="887187" cy="1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C5ADE19-BCDC-1DF7-3A2C-082AD9301A59}"/>
                </a:ext>
              </a:extLst>
            </p:cNvPr>
            <p:cNvCxnSpPr/>
            <p:nvPr/>
          </p:nvCxnSpPr>
          <p:spPr>
            <a:xfrm>
              <a:off x="7274384" y="3293391"/>
              <a:ext cx="1618881" cy="0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4027C8-DEF4-3FE9-14D2-00592215287D}"/>
                </a:ext>
              </a:extLst>
            </p:cNvPr>
            <p:cNvCxnSpPr>
              <a:cxnSpLocks/>
              <a:stCxn id="6" idx="1"/>
              <a:endCxn id="11" idx="3"/>
            </p:cNvCxnSpPr>
            <p:nvPr/>
          </p:nvCxnSpPr>
          <p:spPr>
            <a:xfrm flipH="1" flipV="1">
              <a:off x="7470393" y="1339147"/>
              <a:ext cx="933876" cy="4096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594C35B-8F9A-C72D-2C44-87F052B58767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3152986" y="1339147"/>
              <a:ext cx="2110478" cy="0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7447F82-893D-BA7E-AE76-D88C5153327E}"/>
                </a:ext>
              </a:extLst>
            </p:cNvPr>
            <p:cNvCxnSpPr>
              <a:cxnSpLocks/>
            </p:cNvCxnSpPr>
            <p:nvPr/>
          </p:nvCxnSpPr>
          <p:spPr>
            <a:xfrm>
              <a:off x="2588922" y="1888922"/>
              <a:ext cx="0" cy="2164633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172A04D-89C1-78D6-5E20-C0C92C9C7A25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6268924" y="3675354"/>
              <a:ext cx="0" cy="378201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stealth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6BAC511-CCED-7B8D-E89C-927DAEEF5818}"/>
                </a:ext>
              </a:extLst>
            </p:cNvPr>
            <p:cNvCxnSpPr>
              <a:cxnSpLocks/>
              <a:stCxn id="9" idx="0"/>
              <a:endCxn id="12" idx="2"/>
            </p:cNvCxnSpPr>
            <p:nvPr/>
          </p:nvCxnSpPr>
          <p:spPr>
            <a:xfrm flipH="1" flipV="1">
              <a:off x="9898726" y="3675355"/>
              <a:ext cx="2175" cy="378200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1A88D6A7-3F41-15D4-2D62-DA4A080227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1838" y="1859201"/>
              <a:ext cx="2175" cy="1059752"/>
            </a:xfrm>
            <a:prstGeom prst="straightConnector1">
              <a:avLst/>
            </a:prstGeom>
            <a:ln cap="rnd" cmpd="dbl">
              <a:solidFill>
                <a:schemeClr val="tx1"/>
              </a:solidFill>
              <a:prstDash val="sysDot"/>
              <a:bevel/>
              <a:headEnd type="none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76130B7-B12F-107C-A9EE-3EEC7B8ADC45}"/>
              </a:ext>
            </a:extLst>
          </p:cNvPr>
          <p:cNvGrpSpPr/>
          <p:nvPr/>
        </p:nvGrpSpPr>
        <p:grpSpPr>
          <a:xfrm>
            <a:off x="113496" y="179140"/>
            <a:ext cx="11736404" cy="5082408"/>
            <a:chOff x="113496" y="179140"/>
            <a:chExt cx="11736404" cy="5082408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7245387-47AA-2C9C-A447-22F5017C4AE8}"/>
                </a:ext>
              </a:extLst>
            </p:cNvPr>
            <p:cNvGrpSpPr/>
            <p:nvPr/>
          </p:nvGrpSpPr>
          <p:grpSpPr>
            <a:xfrm>
              <a:off x="113496" y="179140"/>
              <a:ext cx="11736404" cy="5082408"/>
              <a:chOff x="113496" y="179140"/>
              <a:chExt cx="11736404" cy="5082408"/>
            </a:xfrm>
          </p:grpSpPr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3F6ED90-BFD0-A565-12F4-D79708ED1253}"/>
                  </a:ext>
                </a:extLst>
              </p:cNvPr>
              <p:cNvSpPr/>
              <p:nvPr/>
            </p:nvSpPr>
            <p:spPr>
              <a:xfrm>
                <a:off x="113496" y="179140"/>
                <a:ext cx="3681170" cy="4886450"/>
              </a:xfrm>
              <a:custGeom>
                <a:avLst/>
                <a:gdLst>
                  <a:gd name="csX0" fmla="*/ 0 w 3681170"/>
                  <a:gd name="csY0" fmla="*/ 277376 h 4886450"/>
                  <a:gd name="csX1" fmla="*/ 277376 w 3681170"/>
                  <a:gd name="csY1" fmla="*/ 0 h 4886450"/>
                  <a:gd name="csX2" fmla="*/ 902660 w 3681170"/>
                  <a:gd name="csY2" fmla="*/ 0 h 4886450"/>
                  <a:gd name="csX3" fmla="*/ 1465415 w 3681170"/>
                  <a:gd name="csY3" fmla="*/ 0 h 4886450"/>
                  <a:gd name="csX4" fmla="*/ 1996906 w 3681170"/>
                  <a:gd name="csY4" fmla="*/ 0 h 4886450"/>
                  <a:gd name="csX5" fmla="*/ 2559661 w 3681170"/>
                  <a:gd name="csY5" fmla="*/ 0 h 4886450"/>
                  <a:gd name="csX6" fmla="*/ 3403794 w 3681170"/>
                  <a:gd name="csY6" fmla="*/ 0 h 4886450"/>
                  <a:gd name="csX7" fmla="*/ 3681170 w 3681170"/>
                  <a:gd name="csY7" fmla="*/ 277376 h 4886450"/>
                  <a:gd name="csX8" fmla="*/ 3681170 w 3681170"/>
                  <a:gd name="csY8" fmla="*/ 809556 h 4886450"/>
                  <a:gd name="csX9" fmla="*/ 3681170 w 3681170"/>
                  <a:gd name="csY9" fmla="*/ 1385053 h 4886450"/>
                  <a:gd name="csX10" fmla="*/ 3681170 w 3681170"/>
                  <a:gd name="csY10" fmla="*/ 2003867 h 4886450"/>
                  <a:gd name="csX11" fmla="*/ 3681170 w 3681170"/>
                  <a:gd name="csY11" fmla="*/ 2536047 h 4886450"/>
                  <a:gd name="csX12" fmla="*/ 3681170 w 3681170"/>
                  <a:gd name="csY12" fmla="*/ 3241495 h 4886450"/>
                  <a:gd name="csX13" fmla="*/ 3681170 w 3681170"/>
                  <a:gd name="csY13" fmla="*/ 3860309 h 4886450"/>
                  <a:gd name="csX14" fmla="*/ 3681170 w 3681170"/>
                  <a:gd name="csY14" fmla="*/ 4609074 h 4886450"/>
                  <a:gd name="csX15" fmla="*/ 3403794 w 3681170"/>
                  <a:gd name="csY15" fmla="*/ 4886450 h 4886450"/>
                  <a:gd name="csX16" fmla="*/ 2715982 w 3681170"/>
                  <a:gd name="csY16" fmla="*/ 4886450 h 4886450"/>
                  <a:gd name="csX17" fmla="*/ 2153227 w 3681170"/>
                  <a:gd name="csY17" fmla="*/ 4886450 h 4886450"/>
                  <a:gd name="csX18" fmla="*/ 1527943 w 3681170"/>
                  <a:gd name="csY18" fmla="*/ 4886450 h 4886450"/>
                  <a:gd name="csX19" fmla="*/ 996452 w 3681170"/>
                  <a:gd name="csY19" fmla="*/ 4886450 h 4886450"/>
                  <a:gd name="csX20" fmla="*/ 277376 w 3681170"/>
                  <a:gd name="csY20" fmla="*/ 4886450 h 4886450"/>
                  <a:gd name="csX21" fmla="*/ 0 w 3681170"/>
                  <a:gd name="csY21" fmla="*/ 4609074 h 4886450"/>
                  <a:gd name="csX22" fmla="*/ 0 w 3681170"/>
                  <a:gd name="csY22" fmla="*/ 3903626 h 4886450"/>
                  <a:gd name="csX23" fmla="*/ 0 w 3681170"/>
                  <a:gd name="csY23" fmla="*/ 3371446 h 4886450"/>
                  <a:gd name="csX24" fmla="*/ 0 w 3681170"/>
                  <a:gd name="csY24" fmla="*/ 2752632 h 4886450"/>
                  <a:gd name="csX25" fmla="*/ 0 w 3681170"/>
                  <a:gd name="csY25" fmla="*/ 2090501 h 4886450"/>
                  <a:gd name="csX26" fmla="*/ 0 w 3681170"/>
                  <a:gd name="csY26" fmla="*/ 1385053 h 4886450"/>
                  <a:gd name="csX27" fmla="*/ 0 w 3681170"/>
                  <a:gd name="csY27" fmla="*/ 277376 h 48864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3681170" h="4886450" fill="none" extrusionOk="0">
                    <a:moveTo>
                      <a:pt x="0" y="277376"/>
                    </a:moveTo>
                    <a:cubicBezTo>
                      <a:pt x="-2382" y="131610"/>
                      <a:pt x="114005" y="-32059"/>
                      <a:pt x="277376" y="0"/>
                    </a:cubicBezTo>
                    <a:cubicBezTo>
                      <a:pt x="482998" y="-19818"/>
                      <a:pt x="590090" y="1395"/>
                      <a:pt x="902660" y="0"/>
                    </a:cubicBezTo>
                    <a:cubicBezTo>
                      <a:pt x="1215230" y="-1395"/>
                      <a:pt x="1198704" y="-26082"/>
                      <a:pt x="1465415" y="0"/>
                    </a:cubicBezTo>
                    <a:cubicBezTo>
                      <a:pt x="1732126" y="26082"/>
                      <a:pt x="1804049" y="-795"/>
                      <a:pt x="1996906" y="0"/>
                    </a:cubicBezTo>
                    <a:cubicBezTo>
                      <a:pt x="2189763" y="795"/>
                      <a:pt x="2290560" y="27988"/>
                      <a:pt x="2559661" y="0"/>
                    </a:cubicBezTo>
                    <a:cubicBezTo>
                      <a:pt x="2828762" y="-27988"/>
                      <a:pt x="3068028" y="-16970"/>
                      <a:pt x="3403794" y="0"/>
                    </a:cubicBezTo>
                    <a:cubicBezTo>
                      <a:pt x="3575267" y="-4839"/>
                      <a:pt x="3677616" y="148803"/>
                      <a:pt x="3681170" y="277376"/>
                    </a:cubicBezTo>
                    <a:cubicBezTo>
                      <a:pt x="3675914" y="413158"/>
                      <a:pt x="3687449" y="682561"/>
                      <a:pt x="3681170" y="809556"/>
                    </a:cubicBezTo>
                    <a:cubicBezTo>
                      <a:pt x="3674891" y="936551"/>
                      <a:pt x="3656324" y="1211219"/>
                      <a:pt x="3681170" y="1385053"/>
                    </a:cubicBezTo>
                    <a:cubicBezTo>
                      <a:pt x="3706016" y="1558887"/>
                      <a:pt x="3679381" y="1866662"/>
                      <a:pt x="3681170" y="2003867"/>
                    </a:cubicBezTo>
                    <a:cubicBezTo>
                      <a:pt x="3682959" y="2141072"/>
                      <a:pt x="3697198" y="2280725"/>
                      <a:pt x="3681170" y="2536047"/>
                    </a:cubicBezTo>
                    <a:cubicBezTo>
                      <a:pt x="3665142" y="2791369"/>
                      <a:pt x="3689146" y="3063644"/>
                      <a:pt x="3681170" y="3241495"/>
                    </a:cubicBezTo>
                    <a:cubicBezTo>
                      <a:pt x="3673194" y="3419346"/>
                      <a:pt x="3707910" y="3582484"/>
                      <a:pt x="3681170" y="3860309"/>
                    </a:cubicBezTo>
                    <a:cubicBezTo>
                      <a:pt x="3654430" y="4138134"/>
                      <a:pt x="3698136" y="4338688"/>
                      <a:pt x="3681170" y="4609074"/>
                    </a:cubicBezTo>
                    <a:cubicBezTo>
                      <a:pt x="3662154" y="4740508"/>
                      <a:pt x="3566323" y="4876347"/>
                      <a:pt x="3403794" y="4886450"/>
                    </a:cubicBezTo>
                    <a:cubicBezTo>
                      <a:pt x="3189474" y="4915631"/>
                      <a:pt x="2911552" y="4857163"/>
                      <a:pt x="2715982" y="4886450"/>
                    </a:cubicBezTo>
                    <a:cubicBezTo>
                      <a:pt x="2520412" y="4915737"/>
                      <a:pt x="2397115" y="4865802"/>
                      <a:pt x="2153227" y="4886450"/>
                    </a:cubicBezTo>
                    <a:cubicBezTo>
                      <a:pt x="1909340" y="4907098"/>
                      <a:pt x="1836319" y="4867010"/>
                      <a:pt x="1527943" y="4886450"/>
                    </a:cubicBezTo>
                    <a:cubicBezTo>
                      <a:pt x="1219567" y="4905890"/>
                      <a:pt x="1232835" y="4903876"/>
                      <a:pt x="996452" y="4886450"/>
                    </a:cubicBezTo>
                    <a:cubicBezTo>
                      <a:pt x="760069" y="4869024"/>
                      <a:pt x="556389" y="4920066"/>
                      <a:pt x="277376" y="4886450"/>
                    </a:cubicBezTo>
                    <a:cubicBezTo>
                      <a:pt x="134591" y="4849902"/>
                      <a:pt x="-10165" y="4744197"/>
                      <a:pt x="0" y="4609074"/>
                    </a:cubicBezTo>
                    <a:cubicBezTo>
                      <a:pt x="5921" y="4353501"/>
                      <a:pt x="-4072" y="4165107"/>
                      <a:pt x="0" y="3903626"/>
                    </a:cubicBezTo>
                    <a:cubicBezTo>
                      <a:pt x="4072" y="3642145"/>
                      <a:pt x="18162" y="3573699"/>
                      <a:pt x="0" y="3371446"/>
                    </a:cubicBezTo>
                    <a:cubicBezTo>
                      <a:pt x="-18162" y="3169193"/>
                      <a:pt x="947" y="2933425"/>
                      <a:pt x="0" y="2752632"/>
                    </a:cubicBezTo>
                    <a:cubicBezTo>
                      <a:pt x="-947" y="2571839"/>
                      <a:pt x="-26918" y="2357410"/>
                      <a:pt x="0" y="2090501"/>
                    </a:cubicBezTo>
                    <a:cubicBezTo>
                      <a:pt x="26918" y="1823592"/>
                      <a:pt x="-6843" y="1635630"/>
                      <a:pt x="0" y="1385053"/>
                    </a:cubicBezTo>
                    <a:cubicBezTo>
                      <a:pt x="6843" y="1134476"/>
                      <a:pt x="-30945" y="608287"/>
                      <a:pt x="0" y="277376"/>
                    </a:cubicBezTo>
                    <a:close/>
                  </a:path>
                  <a:path w="3681170" h="4886450" stroke="0" extrusionOk="0">
                    <a:moveTo>
                      <a:pt x="0" y="277376"/>
                    </a:moveTo>
                    <a:cubicBezTo>
                      <a:pt x="-27355" y="107312"/>
                      <a:pt x="120859" y="1248"/>
                      <a:pt x="277376" y="0"/>
                    </a:cubicBezTo>
                    <a:cubicBezTo>
                      <a:pt x="481496" y="27229"/>
                      <a:pt x="735329" y="-5509"/>
                      <a:pt x="965188" y="0"/>
                    </a:cubicBezTo>
                    <a:cubicBezTo>
                      <a:pt x="1195047" y="5509"/>
                      <a:pt x="1384983" y="-3805"/>
                      <a:pt x="1559207" y="0"/>
                    </a:cubicBezTo>
                    <a:cubicBezTo>
                      <a:pt x="1733431" y="3805"/>
                      <a:pt x="1894247" y="-14241"/>
                      <a:pt x="2121963" y="0"/>
                    </a:cubicBezTo>
                    <a:cubicBezTo>
                      <a:pt x="2349679" y="14241"/>
                      <a:pt x="2501809" y="22840"/>
                      <a:pt x="2778510" y="0"/>
                    </a:cubicBezTo>
                    <a:cubicBezTo>
                      <a:pt x="3055211" y="-22840"/>
                      <a:pt x="3176106" y="10708"/>
                      <a:pt x="3403794" y="0"/>
                    </a:cubicBezTo>
                    <a:cubicBezTo>
                      <a:pt x="3575691" y="-30442"/>
                      <a:pt x="3661472" y="141496"/>
                      <a:pt x="3681170" y="277376"/>
                    </a:cubicBezTo>
                    <a:cubicBezTo>
                      <a:pt x="3703248" y="437584"/>
                      <a:pt x="3691417" y="754179"/>
                      <a:pt x="3681170" y="896190"/>
                    </a:cubicBezTo>
                    <a:cubicBezTo>
                      <a:pt x="3670923" y="1038201"/>
                      <a:pt x="3674583" y="1190638"/>
                      <a:pt x="3681170" y="1385053"/>
                    </a:cubicBezTo>
                    <a:cubicBezTo>
                      <a:pt x="3687757" y="1579468"/>
                      <a:pt x="3700939" y="1832329"/>
                      <a:pt x="3681170" y="2003867"/>
                    </a:cubicBezTo>
                    <a:cubicBezTo>
                      <a:pt x="3661401" y="2175405"/>
                      <a:pt x="3668510" y="2375401"/>
                      <a:pt x="3681170" y="2622681"/>
                    </a:cubicBezTo>
                    <a:cubicBezTo>
                      <a:pt x="3693830" y="2869961"/>
                      <a:pt x="3703660" y="2923250"/>
                      <a:pt x="3681170" y="3198178"/>
                    </a:cubicBezTo>
                    <a:cubicBezTo>
                      <a:pt x="3658680" y="3473106"/>
                      <a:pt x="3647919" y="3590011"/>
                      <a:pt x="3681170" y="3903626"/>
                    </a:cubicBezTo>
                    <a:cubicBezTo>
                      <a:pt x="3714421" y="4217241"/>
                      <a:pt x="3669488" y="4373022"/>
                      <a:pt x="3681170" y="4609074"/>
                    </a:cubicBezTo>
                    <a:cubicBezTo>
                      <a:pt x="3663055" y="4765240"/>
                      <a:pt x="3551675" y="4882786"/>
                      <a:pt x="3403794" y="4886450"/>
                    </a:cubicBezTo>
                    <a:cubicBezTo>
                      <a:pt x="3208466" y="4885396"/>
                      <a:pt x="2964667" y="4878518"/>
                      <a:pt x="2747246" y="4886450"/>
                    </a:cubicBezTo>
                    <a:cubicBezTo>
                      <a:pt x="2529825" y="4894382"/>
                      <a:pt x="2249307" y="4883734"/>
                      <a:pt x="2121963" y="4886450"/>
                    </a:cubicBezTo>
                    <a:cubicBezTo>
                      <a:pt x="1994619" y="4889166"/>
                      <a:pt x="1806976" y="4889284"/>
                      <a:pt x="1590472" y="4886450"/>
                    </a:cubicBezTo>
                    <a:cubicBezTo>
                      <a:pt x="1373968" y="4883616"/>
                      <a:pt x="1203623" y="4900068"/>
                      <a:pt x="1027716" y="4886450"/>
                    </a:cubicBezTo>
                    <a:cubicBezTo>
                      <a:pt x="851809" y="4872832"/>
                      <a:pt x="551365" y="4906009"/>
                      <a:pt x="277376" y="4886450"/>
                    </a:cubicBezTo>
                    <a:cubicBezTo>
                      <a:pt x="141528" y="4882780"/>
                      <a:pt x="1970" y="4780971"/>
                      <a:pt x="0" y="4609074"/>
                    </a:cubicBezTo>
                    <a:cubicBezTo>
                      <a:pt x="-18540" y="4414515"/>
                      <a:pt x="16711" y="4197945"/>
                      <a:pt x="0" y="4076894"/>
                    </a:cubicBezTo>
                    <a:cubicBezTo>
                      <a:pt x="-16711" y="3955843"/>
                      <a:pt x="16179" y="3745725"/>
                      <a:pt x="0" y="3588031"/>
                    </a:cubicBezTo>
                    <a:cubicBezTo>
                      <a:pt x="-16179" y="3430337"/>
                      <a:pt x="-8111" y="3324562"/>
                      <a:pt x="0" y="3099168"/>
                    </a:cubicBezTo>
                    <a:cubicBezTo>
                      <a:pt x="8111" y="2873774"/>
                      <a:pt x="21471" y="2639673"/>
                      <a:pt x="0" y="2480354"/>
                    </a:cubicBezTo>
                    <a:cubicBezTo>
                      <a:pt x="-21471" y="2321035"/>
                      <a:pt x="-19940" y="2141130"/>
                      <a:pt x="0" y="1948174"/>
                    </a:cubicBezTo>
                    <a:cubicBezTo>
                      <a:pt x="19940" y="1755218"/>
                      <a:pt x="-3809" y="1608928"/>
                      <a:pt x="0" y="1286043"/>
                    </a:cubicBezTo>
                    <a:cubicBezTo>
                      <a:pt x="3809" y="963158"/>
                      <a:pt x="40026" y="756601"/>
                      <a:pt x="0" y="277376"/>
                    </a:cubicBezTo>
                    <a:close/>
                  </a:path>
                </a:pathLst>
              </a:custGeom>
              <a:solidFill>
                <a:srgbClr val="C00000">
                  <a:alpha val="6998"/>
                </a:srgbClr>
              </a:solidFill>
              <a:ln>
                <a:solidFill>
                  <a:srgbClr val="F7EBEA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oundRect">
                        <a:avLst>
                          <a:gd name="adj" fmla="val 7535"/>
                        </a:avLst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02EAF1E6-84FD-FA08-4196-7105842DB574}"/>
                  </a:ext>
                </a:extLst>
              </p:cNvPr>
              <p:cNvSpPr/>
              <p:nvPr/>
            </p:nvSpPr>
            <p:spPr>
              <a:xfrm>
                <a:off x="1897060" y="272324"/>
                <a:ext cx="9952839" cy="1802678"/>
              </a:xfrm>
              <a:prstGeom prst="roundRect">
                <a:avLst>
                  <a:gd name="adj" fmla="val 13170"/>
                </a:avLst>
              </a:prstGeom>
              <a:solidFill>
                <a:schemeClr val="accent4">
                  <a:alpha val="6998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112F258-1787-C39D-E24C-6EB046317871}"/>
                  </a:ext>
                </a:extLst>
              </p:cNvPr>
              <p:cNvSpPr/>
              <p:nvPr/>
            </p:nvSpPr>
            <p:spPr>
              <a:xfrm>
                <a:off x="1533625" y="2724687"/>
                <a:ext cx="10316273" cy="2527225"/>
              </a:xfrm>
              <a:custGeom>
                <a:avLst/>
                <a:gdLst>
                  <a:gd name="csX0" fmla="*/ 0 w 10316273"/>
                  <a:gd name="csY0" fmla="*/ 421213 h 2527225"/>
                  <a:gd name="csX1" fmla="*/ 421213 w 10316273"/>
                  <a:gd name="csY1" fmla="*/ 0 h 2527225"/>
                  <a:gd name="csX2" fmla="*/ 918590 w 10316273"/>
                  <a:gd name="csY2" fmla="*/ 0 h 2527225"/>
                  <a:gd name="csX3" fmla="*/ 1226490 w 10316273"/>
                  <a:gd name="csY3" fmla="*/ 0 h 2527225"/>
                  <a:gd name="csX4" fmla="*/ 2008082 w 10316273"/>
                  <a:gd name="csY4" fmla="*/ 0 h 2527225"/>
                  <a:gd name="csX5" fmla="*/ 2600198 w 10316273"/>
                  <a:gd name="csY5" fmla="*/ 0 h 2527225"/>
                  <a:gd name="csX6" fmla="*/ 3381790 w 10316273"/>
                  <a:gd name="csY6" fmla="*/ 0 h 2527225"/>
                  <a:gd name="csX7" fmla="*/ 3879167 w 10316273"/>
                  <a:gd name="csY7" fmla="*/ 0 h 2527225"/>
                  <a:gd name="csX8" fmla="*/ 4281806 w 10316273"/>
                  <a:gd name="csY8" fmla="*/ 0 h 2527225"/>
                  <a:gd name="csX9" fmla="*/ 4873921 w 10316273"/>
                  <a:gd name="csY9" fmla="*/ 0 h 2527225"/>
                  <a:gd name="csX10" fmla="*/ 5560775 w 10316273"/>
                  <a:gd name="csY10" fmla="*/ 0 h 2527225"/>
                  <a:gd name="csX11" fmla="*/ 6342367 w 10316273"/>
                  <a:gd name="csY11" fmla="*/ 0 h 2527225"/>
                  <a:gd name="csX12" fmla="*/ 7029221 w 10316273"/>
                  <a:gd name="csY12" fmla="*/ 0 h 2527225"/>
                  <a:gd name="csX13" fmla="*/ 7810814 w 10316273"/>
                  <a:gd name="csY13" fmla="*/ 0 h 2527225"/>
                  <a:gd name="csX14" fmla="*/ 8497668 w 10316273"/>
                  <a:gd name="csY14" fmla="*/ 0 h 2527225"/>
                  <a:gd name="csX15" fmla="*/ 8900306 w 10316273"/>
                  <a:gd name="csY15" fmla="*/ 0 h 2527225"/>
                  <a:gd name="csX16" fmla="*/ 9895060 w 10316273"/>
                  <a:gd name="csY16" fmla="*/ 0 h 2527225"/>
                  <a:gd name="csX17" fmla="*/ 10316273 w 10316273"/>
                  <a:gd name="csY17" fmla="*/ 421213 h 2527225"/>
                  <a:gd name="csX18" fmla="*/ 10316273 w 10316273"/>
                  <a:gd name="csY18" fmla="*/ 999661 h 2527225"/>
                  <a:gd name="csX19" fmla="*/ 10316273 w 10316273"/>
                  <a:gd name="csY19" fmla="*/ 1527564 h 2527225"/>
                  <a:gd name="csX20" fmla="*/ 10316273 w 10316273"/>
                  <a:gd name="csY20" fmla="*/ 2106012 h 2527225"/>
                  <a:gd name="csX21" fmla="*/ 9895060 w 10316273"/>
                  <a:gd name="csY21" fmla="*/ 2527225 h 2527225"/>
                  <a:gd name="csX22" fmla="*/ 9113468 w 10316273"/>
                  <a:gd name="csY22" fmla="*/ 2527225 h 2527225"/>
                  <a:gd name="csX23" fmla="*/ 8331875 w 10316273"/>
                  <a:gd name="csY23" fmla="*/ 2527225 h 2527225"/>
                  <a:gd name="csX24" fmla="*/ 7929237 w 10316273"/>
                  <a:gd name="csY24" fmla="*/ 2527225 h 2527225"/>
                  <a:gd name="csX25" fmla="*/ 7147644 w 10316273"/>
                  <a:gd name="csY25" fmla="*/ 2527225 h 2527225"/>
                  <a:gd name="csX26" fmla="*/ 6745006 w 10316273"/>
                  <a:gd name="csY26" fmla="*/ 2527225 h 2527225"/>
                  <a:gd name="csX27" fmla="*/ 6058152 w 10316273"/>
                  <a:gd name="csY27" fmla="*/ 2527225 h 2527225"/>
                  <a:gd name="csX28" fmla="*/ 5276560 w 10316273"/>
                  <a:gd name="csY28" fmla="*/ 2527225 h 2527225"/>
                  <a:gd name="csX29" fmla="*/ 4968660 w 10316273"/>
                  <a:gd name="csY29" fmla="*/ 2527225 h 2527225"/>
                  <a:gd name="csX30" fmla="*/ 4187067 w 10316273"/>
                  <a:gd name="csY30" fmla="*/ 2527225 h 2527225"/>
                  <a:gd name="csX31" fmla="*/ 3405475 w 10316273"/>
                  <a:gd name="csY31" fmla="*/ 2527225 h 2527225"/>
                  <a:gd name="csX32" fmla="*/ 3097575 w 10316273"/>
                  <a:gd name="csY32" fmla="*/ 2527225 h 2527225"/>
                  <a:gd name="csX33" fmla="*/ 2505459 w 10316273"/>
                  <a:gd name="csY33" fmla="*/ 2527225 h 2527225"/>
                  <a:gd name="csX34" fmla="*/ 2008082 w 10316273"/>
                  <a:gd name="csY34" fmla="*/ 2527225 h 2527225"/>
                  <a:gd name="csX35" fmla="*/ 1510705 w 10316273"/>
                  <a:gd name="csY35" fmla="*/ 2527225 h 2527225"/>
                  <a:gd name="csX36" fmla="*/ 1013328 w 10316273"/>
                  <a:gd name="csY36" fmla="*/ 2527225 h 2527225"/>
                  <a:gd name="csX37" fmla="*/ 421213 w 10316273"/>
                  <a:gd name="csY37" fmla="*/ 2527225 h 2527225"/>
                  <a:gd name="csX38" fmla="*/ 0 w 10316273"/>
                  <a:gd name="csY38" fmla="*/ 2106012 h 2527225"/>
                  <a:gd name="csX39" fmla="*/ 0 w 10316273"/>
                  <a:gd name="csY39" fmla="*/ 1544412 h 2527225"/>
                  <a:gd name="csX40" fmla="*/ 0 w 10316273"/>
                  <a:gd name="csY40" fmla="*/ 1016509 h 2527225"/>
                  <a:gd name="csX41" fmla="*/ 0 w 10316273"/>
                  <a:gd name="csY41" fmla="*/ 421213 h 25272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10316273" h="2527225" fill="none" extrusionOk="0">
                    <a:moveTo>
                      <a:pt x="0" y="421213"/>
                    </a:moveTo>
                    <a:cubicBezTo>
                      <a:pt x="51669" y="197441"/>
                      <a:pt x="141022" y="17401"/>
                      <a:pt x="421213" y="0"/>
                    </a:cubicBezTo>
                    <a:cubicBezTo>
                      <a:pt x="594885" y="-24275"/>
                      <a:pt x="695638" y="26976"/>
                      <a:pt x="918590" y="0"/>
                    </a:cubicBezTo>
                    <a:cubicBezTo>
                      <a:pt x="1141542" y="-26976"/>
                      <a:pt x="1109971" y="18389"/>
                      <a:pt x="1226490" y="0"/>
                    </a:cubicBezTo>
                    <a:cubicBezTo>
                      <a:pt x="1343009" y="-18389"/>
                      <a:pt x="1680361" y="25761"/>
                      <a:pt x="2008082" y="0"/>
                    </a:cubicBezTo>
                    <a:cubicBezTo>
                      <a:pt x="2335803" y="-25761"/>
                      <a:pt x="2438399" y="23755"/>
                      <a:pt x="2600198" y="0"/>
                    </a:cubicBezTo>
                    <a:cubicBezTo>
                      <a:pt x="2761997" y="-23755"/>
                      <a:pt x="3214636" y="93775"/>
                      <a:pt x="3381790" y="0"/>
                    </a:cubicBezTo>
                    <a:cubicBezTo>
                      <a:pt x="3548944" y="-93775"/>
                      <a:pt x="3761836" y="31522"/>
                      <a:pt x="3879167" y="0"/>
                    </a:cubicBezTo>
                    <a:cubicBezTo>
                      <a:pt x="3996498" y="-31522"/>
                      <a:pt x="4089565" y="32560"/>
                      <a:pt x="4281806" y="0"/>
                    </a:cubicBezTo>
                    <a:cubicBezTo>
                      <a:pt x="4474047" y="-32560"/>
                      <a:pt x="4727404" y="13273"/>
                      <a:pt x="4873921" y="0"/>
                    </a:cubicBezTo>
                    <a:cubicBezTo>
                      <a:pt x="5020439" y="-13273"/>
                      <a:pt x="5244867" y="78989"/>
                      <a:pt x="5560775" y="0"/>
                    </a:cubicBezTo>
                    <a:cubicBezTo>
                      <a:pt x="5876683" y="-78989"/>
                      <a:pt x="6130897" y="38074"/>
                      <a:pt x="6342367" y="0"/>
                    </a:cubicBezTo>
                    <a:cubicBezTo>
                      <a:pt x="6553837" y="-38074"/>
                      <a:pt x="6688108" y="69510"/>
                      <a:pt x="7029221" y="0"/>
                    </a:cubicBezTo>
                    <a:cubicBezTo>
                      <a:pt x="7370334" y="-69510"/>
                      <a:pt x="7543316" y="81914"/>
                      <a:pt x="7810814" y="0"/>
                    </a:cubicBezTo>
                    <a:cubicBezTo>
                      <a:pt x="8078312" y="-81914"/>
                      <a:pt x="8161840" y="6457"/>
                      <a:pt x="8497668" y="0"/>
                    </a:cubicBezTo>
                    <a:cubicBezTo>
                      <a:pt x="8833496" y="-6457"/>
                      <a:pt x="8769077" y="44030"/>
                      <a:pt x="8900306" y="0"/>
                    </a:cubicBezTo>
                    <a:cubicBezTo>
                      <a:pt x="9031535" y="-44030"/>
                      <a:pt x="9679429" y="78718"/>
                      <a:pt x="9895060" y="0"/>
                    </a:cubicBezTo>
                    <a:cubicBezTo>
                      <a:pt x="10141354" y="2105"/>
                      <a:pt x="10345572" y="233534"/>
                      <a:pt x="10316273" y="421213"/>
                    </a:cubicBezTo>
                    <a:cubicBezTo>
                      <a:pt x="10334182" y="599830"/>
                      <a:pt x="10260369" y="880741"/>
                      <a:pt x="10316273" y="999661"/>
                    </a:cubicBezTo>
                    <a:cubicBezTo>
                      <a:pt x="10372177" y="1118581"/>
                      <a:pt x="10275617" y="1285408"/>
                      <a:pt x="10316273" y="1527564"/>
                    </a:cubicBezTo>
                    <a:cubicBezTo>
                      <a:pt x="10356929" y="1769720"/>
                      <a:pt x="10249670" y="1972884"/>
                      <a:pt x="10316273" y="2106012"/>
                    </a:cubicBezTo>
                    <a:cubicBezTo>
                      <a:pt x="10352401" y="2313759"/>
                      <a:pt x="10179570" y="2483341"/>
                      <a:pt x="9895060" y="2527225"/>
                    </a:cubicBezTo>
                    <a:cubicBezTo>
                      <a:pt x="9705636" y="2543820"/>
                      <a:pt x="9401348" y="2510440"/>
                      <a:pt x="9113468" y="2527225"/>
                    </a:cubicBezTo>
                    <a:cubicBezTo>
                      <a:pt x="8825588" y="2544010"/>
                      <a:pt x="8590653" y="2527020"/>
                      <a:pt x="8331875" y="2527225"/>
                    </a:cubicBezTo>
                    <a:cubicBezTo>
                      <a:pt x="8073097" y="2527430"/>
                      <a:pt x="8023038" y="2482627"/>
                      <a:pt x="7929237" y="2527225"/>
                    </a:cubicBezTo>
                    <a:cubicBezTo>
                      <a:pt x="7835436" y="2571823"/>
                      <a:pt x="7312929" y="2466538"/>
                      <a:pt x="7147644" y="2527225"/>
                    </a:cubicBezTo>
                    <a:cubicBezTo>
                      <a:pt x="6982359" y="2587912"/>
                      <a:pt x="6913830" y="2525705"/>
                      <a:pt x="6745006" y="2527225"/>
                    </a:cubicBezTo>
                    <a:cubicBezTo>
                      <a:pt x="6576182" y="2528745"/>
                      <a:pt x="6237367" y="2525023"/>
                      <a:pt x="6058152" y="2527225"/>
                    </a:cubicBezTo>
                    <a:cubicBezTo>
                      <a:pt x="5878937" y="2529427"/>
                      <a:pt x="5478096" y="2450476"/>
                      <a:pt x="5276560" y="2527225"/>
                    </a:cubicBezTo>
                    <a:cubicBezTo>
                      <a:pt x="5075024" y="2603974"/>
                      <a:pt x="5041307" y="2503253"/>
                      <a:pt x="4968660" y="2527225"/>
                    </a:cubicBezTo>
                    <a:cubicBezTo>
                      <a:pt x="4896013" y="2551197"/>
                      <a:pt x="4388701" y="2465481"/>
                      <a:pt x="4187067" y="2527225"/>
                    </a:cubicBezTo>
                    <a:cubicBezTo>
                      <a:pt x="3985433" y="2588969"/>
                      <a:pt x="3603599" y="2485440"/>
                      <a:pt x="3405475" y="2527225"/>
                    </a:cubicBezTo>
                    <a:cubicBezTo>
                      <a:pt x="3207351" y="2569010"/>
                      <a:pt x="3168852" y="2511164"/>
                      <a:pt x="3097575" y="2527225"/>
                    </a:cubicBezTo>
                    <a:cubicBezTo>
                      <a:pt x="3026298" y="2543286"/>
                      <a:pt x="2687707" y="2476276"/>
                      <a:pt x="2505459" y="2527225"/>
                    </a:cubicBezTo>
                    <a:cubicBezTo>
                      <a:pt x="2323211" y="2578174"/>
                      <a:pt x="2155111" y="2498137"/>
                      <a:pt x="2008082" y="2527225"/>
                    </a:cubicBezTo>
                    <a:cubicBezTo>
                      <a:pt x="1861053" y="2556313"/>
                      <a:pt x="1749454" y="2469366"/>
                      <a:pt x="1510705" y="2527225"/>
                    </a:cubicBezTo>
                    <a:cubicBezTo>
                      <a:pt x="1271956" y="2585084"/>
                      <a:pt x="1200846" y="2514079"/>
                      <a:pt x="1013328" y="2527225"/>
                    </a:cubicBezTo>
                    <a:cubicBezTo>
                      <a:pt x="825810" y="2540371"/>
                      <a:pt x="710100" y="2502683"/>
                      <a:pt x="421213" y="2527225"/>
                    </a:cubicBezTo>
                    <a:cubicBezTo>
                      <a:pt x="197323" y="2475324"/>
                      <a:pt x="-2300" y="2333565"/>
                      <a:pt x="0" y="2106012"/>
                    </a:cubicBezTo>
                    <a:cubicBezTo>
                      <a:pt x="-53514" y="1893537"/>
                      <a:pt x="13293" y="1808911"/>
                      <a:pt x="0" y="1544412"/>
                    </a:cubicBezTo>
                    <a:cubicBezTo>
                      <a:pt x="-13293" y="1279913"/>
                      <a:pt x="19314" y="1153245"/>
                      <a:pt x="0" y="1016509"/>
                    </a:cubicBezTo>
                    <a:cubicBezTo>
                      <a:pt x="-19314" y="879773"/>
                      <a:pt x="63383" y="568095"/>
                      <a:pt x="0" y="421213"/>
                    </a:cubicBezTo>
                    <a:close/>
                  </a:path>
                  <a:path w="10316273" h="2527225" stroke="0" extrusionOk="0">
                    <a:moveTo>
                      <a:pt x="0" y="421213"/>
                    </a:moveTo>
                    <a:cubicBezTo>
                      <a:pt x="-30517" y="169759"/>
                      <a:pt x="169406" y="7197"/>
                      <a:pt x="421213" y="0"/>
                    </a:cubicBezTo>
                    <a:cubicBezTo>
                      <a:pt x="762070" y="-37070"/>
                      <a:pt x="983768" y="50349"/>
                      <a:pt x="1202805" y="0"/>
                    </a:cubicBezTo>
                    <a:cubicBezTo>
                      <a:pt x="1421842" y="-50349"/>
                      <a:pt x="1492711" y="13786"/>
                      <a:pt x="1700182" y="0"/>
                    </a:cubicBezTo>
                    <a:cubicBezTo>
                      <a:pt x="1907653" y="-13786"/>
                      <a:pt x="1961557" y="26407"/>
                      <a:pt x="2102821" y="0"/>
                    </a:cubicBezTo>
                    <a:cubicBezTo>
                      <a:pt x="2244085" y="-26407"/>
                      <a:pt x="2561592" y="71793"/>
                      <a:pt x="2789675" y="0"/>
                    </a:cubicBezTo>
                    <a:cubicBezTo>
                      <a:pt x="3017758" y="-71793"/>
                      <a:pt x="3162127" y="58117"/>
                      <a:pt x="3287052" y="0"/>
                    </a:cubicBezTo>
                    <a:cubicBezTo>
                      <a:pt x="3411977" y="-58117"/>
                      <a:pt x="3690737" y="61456"/>
                      <a:pt x="4068644" y="0"/>
                    </a:cubicBezTo>
                    <a:cubicBezTo>
                      <a:pt x="4446551" y="-61456"/>
                      <a:pt x="4344043" y="18433"/>
                      <a:pt x="4471283" y="0"/>
                    </a:cubicBezTo>
                    <a:cubicBezTo>
                      <a:pt x="4598523" y="-18433"/>
                      <a:pt x="4925927" y="62641"/>
                      <a:pt x="5252875" y="0"/>
                    </a:cubicBezTo>
                    <a:cubicBezTo>
                      <a:pt x="5579823" y="-62641"/>
                      <a:pt x="5477464" y="20399"/>
                      <a:pt x="5560775" y="0"/>
                    </a:cubicBezTo>
                    <a:cubicBezTo>
                      <a:pt x="5644086" y="-20399"/>
                      <a:pt x="5988154" y="11283"/>
                      <a:pt x="6152890" y="0"/>
                    </a:cubicBezTo>
                    <a:cubicBezTo>
                      <a:pt x="6317627" y="-11283"/>
                      <a:pt x="6491509" y="28199"/>
                      <a:pt x="6745006" y="0"/>
                    </a:cubicBezTo>
                    <a:cubicBezTo>
                      <a:pt x="6998503" y="-28199"/>
                      <a:pt x="7093597" y="31347"/>
                      <a:pt x="7242383" y="0"/>
                    </a:cubicBezTo>
                    <a:cubicBezTo>
                      <a:pt x="7391169" y="-31347"/>
                      <a:pt x="7653382" y="8363"/>
                      <a:pt x="8023975" y="0"/>
                    </a:cubicBezTo>
                    <a:cubicBezTo>
                      <a:pt x="8394568" y="-8363"/>
                      <a:pt x="8562267" y="60961"/>
                      <a:pt x="8805568" y="0"/>
                    </a:cubicBezTo>
                    <a:cubicBezTo>
                      <a:pt x="9048869" y="-60961"/>
                      <a:pt x="9037505" y="4037"/>
                      <a:pt x="9208206" y="0"/>
                    </a:cubicBezTo>
                    <a:cubicBezTo>
                      <a:pt x="9378907" y="-4037"/>
                      <a:pt x="9643337" y="15666"/>
                      <a:pt x="9895060" y="0"/>
                    </a:cubicBezTo>
                    <a:cubicBezTo>
                      <a:pt x="10103083" y="-50159"/>
                      <a:pt x="10319985" y="138376"/>
                      <a:pt x="10316273" y="421213"/>
                    </a:cubicBezTo>
                    <a:cubicBezTo>
                      <a:pt x="10370052" y="541271"/>
                      <a:pt x="10267542" y="780949"/>
                      <a:pt x="10316273" y="999661"/>
                    </a:cubicBezTo>
                    <a:cubicBezTo>
                      <a:pt x="10365004" y="1218373"/>
                      <a:pt x="10277465" y="1285620"/>
                      <a:pt x="10316273" y="1527564"/>
                    </a:cubicBezTo>
                    <a:cubicBezTo>
                      <a:pt x="10355081" y="1769508"/>
                      <a:pt x="10288624" y="1949729"/>
                      <a:pt x="10316273" y="2106012"/>
                    </a:cubicBezTo>
                    <a:cubicBezTo>
                      <a:pt x="10345560" y="2332445"/>
                      <a:pt x="10131548" y="2563856"/>
                      <a:pt x="9895060" y="2527225"/>
                    </a:cubicBezTo>
                    <a:cubicBezTo>
                      <a:pt x="9732707" y="2561845"/>
                      <a:pt x="9650439" y="2520924"/>
                      <a:pt x="9492422" y="2527225"/>
                    </a:cubicBezTo>
                    <a:cubicBezTo>
                      <a:pt x="9334405" y="2533526"/>
                      <a:pt x="9324242" y="2498991"/>
                      <a:pt x="9184521" y="2527225"/>
                    </a:cubicBezTo>
                    <a:cubicBezTo>
                      <a:pt x="9044800" y="2555459"/>
                      <a:pt x="8981433" y="2495479"/>
                      <a:pt x="8876621" y="2527225"/>
                    </a:cubicBezTo>
                    <a:cubicBezTo>
                      <a:pt x="8771809" y="2558971"/>
                      <a:pt x="8504762" y="2474306"/>
                      <a:pt x="8284506" y="2527225"/>
                    </a:cubicBezTo>
                    <a:cubicBezTo>
                      <a:pt x="8064250" y="2580144"/>
                      <a:pt x="8037944" y="2479809"/>
                      <a:pt x="7881868" y="2527225"/>
                    </a:cubicBezTo>
                    <a:cubicBezTo>
                      <a:pt x="7725792" y="2574641"/>
                      <a:pt x="7371608" y="2515575"/>
                      <a:pt x="7195014" y="2527225"/>
                    </a:cubicBezTo>
                    <a:cubicBezTo>
                      <a:pt x="7018420" y="2538875"/>
                      <a:pt x="6990983" y="2484193"/>
                      <a:pt x="6792375" y="2527225"/>
                    </a:cubicBezTo>
                    <a:cubicBezTo>
                      <a:pt x="6593767" y="2570257"/>
                      <a:pt x="6390629" y="2482726"/>
                      <a:pt x="6105521" y="2527225"/>
                    </a:cubicBezTo>
                    <a:cubicBezTo>
                      <a:pt x="5820413" y="2571724"/>
                      <a:pt x="5869722" y="2515119"/>
                      <a:pt x="5797621" y="2527225"/>
                    </a:cubicBezTo>
                    <a:cubicBezTo>
                      <a:pt x="5725520" y="2539331"/>
                      <a:pt x="5410820" y="2472178"/>
                      <a:pt x="5110767" y="2527225"/>
                    </a:cubicBezTo>
                    <a:cubicBezTo>
                      <a:pt x="4810714" y="2582272"/>
                      <a:pt x="4847454" y="2517669"/>
                      <a:pt x="4708129" y="2527225"/>
                    </a:cubicBezTo>
                    <a:cubicBezTo>
                      <a:pt x="4568804" y="2536781"/>
                      <a:pt x="4471706" y="2517152"/>
                      <a:pt x="4400229" y="2527225"/>
                    </a:cubicBezTo>
                    <a:cubicBezTo>
                      <a:pt x="4328752" y="2537298"/>
                      <a:pt x="4165276" y="2482620"/>
                      <a:pt x="3997590" y="2527225"/>
                    </a:cubicBezTo>
                    <a:cubicBezTo>
                      <a:pt x="3829904" y="2571830"/>
                      <a:pt x="3472110" y="2489610"/>
                      <a:pt x="3310736" y="2527225"/>
                    </a:cubicBezTo>
                    <a:cubicBezTo>
                      <a:pt x="3149362" y="2564840"/>
                      <a:pt x="3004242" y="2492067"/>
                      <a:pt x="2908098" y="2527225"/>
                    </a:cubicBezTo>
                    <a:cubicBezTo>
                      <a:pt x="2811954" y="2562383"/>
                      <a:pt x="2694697" y="2497771"/>
                      <a:pt x="2600198" y="2527225"/>
                    </a:cubicBezTo>
                    <a:cubicBezTo>
                      <a:pt x="2505699" y="2556679"/>
                      <a:pt x="2314371" y="2517868"/>
                      <a:pt x="2197559" y="2527225"/>
                    </a:cubicBezTo>
                    <a:cubicBezTo>
                      <a:pt x="2080747" y="2536582"/>
                      <a:pt x="1846770" y="2496742"/>
                      <a:pt x="1700182" y="2527225"/>
                    </a:cubicBezTo>
                    <a:cubicBezTo>
                      <a:pt x="1553594" y="2557708"/>
                      <a:pt x="1237905" y="2460531"/>
                      <a:pt x="1108067" y="2527225"/>
                    </a:cubicBezTo>
                    <a:cubicBezTo>
                      <a:pt x="978230" y="2593919"/>
                      <a:pt x="651726" y="2500802"/>
                      <a:pt x="421213" y="2527225"/>
                    </a:cubicBezTo>
                    <a:cubicBezTo>
                      <a:pt x="211858" y="2587052"/>
                      <a:pt x="20932" y="2348380"/>
                      <a:pt x="0" y="2106012"/>
                    </a:cubicBezTo>
                    <a:cubicBezTo>
                      <a:pt x="-48283" y="1906135"/>
                      <a:pt x="66219" y="1800603"/>
                      <a:pt x="0" y="1544412"/>
                    </a:cubicBezTo>
                    <a:cubicBezTo>
                      <a:pt x="-66219" y="1288221"/>
                      <a:pt x="30460" y="1216228"/>
                      <a:pt x="0" y="965965"/>
                    </a:cubicBezTo>
                    <a:cubicBezTo>
                      <a:pt x="-30460" y="715702"/>
                      <a:pt x="41895" y="562396"/>
                      <a:pt x="0" y="421213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  <a:alpha val="6998"/>
                </a:schemeClr>
              </a:solidFill>
              <a:ln>
                <a:solidFill>
                  <a:schemeClr val="bg1">
                    <a:lumMod val="8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oundRect">
                        <a:avLst/>
                      </a:prstGeom>
                      <ask:type>
                        <ask:lineSketchScribbl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E5BC69D6-E194-96E6-103A-24E531475352}"/>
                  </a:ext>
                </a:extLst>
              </p:cNvPr>
              <p:cNvSpPr/>
              <p:nvPr/>
            </p:nvSpPr>
            <p:spPr>
              <a:xfrm>
                <a:off x="8779037" y="243048"/>
                <a:ext cx="3039491" cy="391916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alpha val="77245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          Service Plane</a:t>
                </a:r>
              </a:p>
            </p:txBody>
          </p: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36A816B4-CFCD-6768-4C63-ED6ED0BC81AB}"/>
                  </a:ext>
                </a:extLst>
              </p:cNvPr>
              <p:cNvSpPr/>
              <p:nvPr/>
            </p:nvSpPr>
            <p:spPr>
              <a:xfrm>
                <a:off x="145152" y="4869632"/>
                <a:ext cx="2156012" cy="391916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alpha val="77245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Data Flywheel</a:t>
                </a:r>
              </a:p>
            </p:txBody>
          </p:sp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E8F01AFA-79FB-D75E-8793-4DD3F99B0BA3}"/>
                  </a:ext>
                </a:extLst>
              </p:cNvPr>
              <p:cNvSpPr/>
              <p:nvPr/>
            </p:nvSpPr>
            <p:spPr>
              <a:xfrm>
                <a:off x="7470393" y="4859996"/>
                <a:ext cx="4379507" cy="391916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alpha val="77245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Cust. Training Execution Plane</a:t>
                </a:r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CC0507F7-7396-8571-6F61-33577215C7A5}"/>
                </a:ext>
              </a:extLst>
            </p:cNvPr>
            <p:cNvGrpSpPr/>
            <p:nvPr/>
          </p:nvGrpSpPr>
          <p:grpSpPr>
            <a:xfrm>
              <a:off x="1136209" y="1227429"/>
              <a:ext cx="8874235" cy="3316044"/>
              <a:chOff x="1043587" y="1130340"/>
              <a:chExt cx="8070537" cy="3015725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1F1A98C9-8F5A-9DAC-097A-BCD7A7F04CF4}"/>
                  </a:ext>
                </a:extLst>
              </p:cNvPr>
              <p:cNvSpPr/>
              <p:nvPr/>
            </p:nvSpPr>
            <p:spPr>
              <a:xfrm>
                <a:off x="1043587" y="1667621"/>
                <a:ext cx="203200" cy="203200"/>
              </a:xfrm>
              <a:prstGeom prst="rect">
                <a:avLst/>
              </a:prstGeom>
              <a:solidFill>
                <a:srgbClr val="FDF0E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B8B36E09-B5A4-5D34-3D59-9A3582AC91EE}"/>
                  </a:ext>
                </a:extLst>
              </p:cNvPr>
              <p:cNvSpPr/>
              <p:nvPr/>
            </p:nvSpPr>
            <p:spPr>
              <a:xfrm>
                <a:off x="2276647" y="1667621"/>
                <a:ext cx="203200" cy="203200"/>
              </a:xfrm>
              <a:prstGeom prst="rect">
                <a:avLst/>
              </a:prstGeom>
              <a:solidFill>
                <a:srgbClr val="EEEA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0607639-0473-5DCE-A260-01A0100A2A84}"/>
                  </a:ext>
                </a:extLst>
              </p:cNvPr>
              <p:cNvSpPr/>
              <p:nvPr/>
            </p:nvSpPr>
            <p:spPr>
              <a:xfrm>
                <a:off x="4698791" y="1130340"/>
                <a:ext cx="203200" cy="203200"/>
              </a:xfrm>
              <a:prstGeom prst="rect">
                <a:avLst/>
              </a:prstGeom>
              <a:solidFill>
                <a:srgbClr val="F1F9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0056197A-755A-67C9-298F-B673822F3F4C}"/>
                  </a:ext>
                </a:extLst>
              </p:cNvPr>
              <p:cNvSpPr/>
              <p:nvPr/>
            </p:nvSpPr>
            <p:spPr>
              <a:xfrm>
                <a:off x="7551812" y="1134065"/>
                <a:ext cx="203200" cy="203200"/>
              </a:xfrm>
              <a:prstGeom prst="rect">
                <a:avLst/>
              </a:prstGeom>
              <a:solidFill>
                <a:srgbClr val="F1F9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8E822933-62AC-7417-21B5-E46FB4159A43}"/>
                  </a:ext>
                </a:extLst>
              </p:cNvPr>
              <p:cNvSpPr/>
              <p:nvPr/>
            </p:nvSpPr>
            <p:spPr>
              <a:xfrm>
                <a:off x="3227496" y="3942865"/>
                <a:ext cx="203200" cy="203200"/>
              </a:xfrm>
              <a:prstGeom prst="rect">
                <a:avLst/>
              </a:prstGeom>
              <a:solidFill>
                <a:srgbClr val="F7EBE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A3A0EB3-184E-BB9F-0B62-6BF0A218DA0C}"/>
                  </a:ext>
                </a:extLst>
              </p:cNvPr>
              <p:cNvSpPr/>
              <p:nvPr/>
            </p:nvSpPr>
            <p:spPr>
              <a:xfrm>
                <a:off x="5607692" y="3610691"/>
                <a:ext cx="203200" cy="203200"/>
              </a:xfrm>
              <a:prstGeom prst="rect">
                <a:avLst/>
              </a:prstGeom>
              <a:solidFill>
                <a:srgbClr val="F9F9F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140AA577-0589-CC4D-038F-B87C4F116241}"/>
                  </a:ext>
                </a:extLst>
              </p:cNvPr>
              <p:cNvSpPr/>
              <p:nvPr/>
            </p:nvSpPr>
            <p:spPr>
              <a:xfrm>
                <a:off x="6539156" y="2908912"/>
                <a:ext cx="203200" cy="203200"/>
              </a:xfrm>
              <a:prstGeom prst="rect">
                <a:avLst/>
              </a:prstGeom>
              <a:solidFill>
                <a:srgbClr val="F9F9F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33537241-8035-9CE5-4FF9-19C53C36FCB2}"/>
                  </a:ext>
                </a:extLst>
              </p:cNvPr>
              <p:cNvSpPr/>
              <p:nvPr/>
            </p:nvSpPr>
            <p:spPr>
              <a:xfrm>
                <a:off x="6539156" y="3942865"/>
                <a:ext cx="203200" cy="203200"/>
              </a:xfrm>
              <a:prstGeom prst="rect">
                <a:avLst/>
              </a:prstGeom>
              <a:solidFill>
                <a:srgbClr val="F9F9F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7028251-F686-F1F8-0DA7-92CF1F25E335}"/>
                  </a:ext>
                </a:extLst>
              </p:cNvPr>
              <p:cNvSpPr/>
              <p:nvPr/>
            </p:nvSpPr>
            <p:spPr>
              <a:xfrm>
                <a:off x="8910924" y="3608669"/>
                <a:ext cx="203200" cy="203200"/>
              </a:xfrm>
              <a:prstGeom prst="rect">
                <a:avLst/>
              </a:prstGeom>
              <a:solidFill>
                <a:srgbClr val="F9F9F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55D8693-C6E1-D8C3-DA43-A13061B5D4E9}"/>
                  </a:ext>
                </a:extLst>
              </p:cNvPr>
              <p:cNvSpPr/>
              <p:nvPr/>
            </p:nvSpPr>
            <p:spPr>
              <a:xfrm>
                <a:off x="5607692" y="2575626"/>
                <a:ext cx="203200" cy="203200"/>
              </a:xfrm>
              <a:prstGeom prst="rect">
                <a:avLst/>
              </a:prstGeom>
              <a:solidFill>
                <a:srgbClr val="F9F9F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9366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F9F2159-AC8F-81FA-D015-BEAAC2F618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75" y="0"/>
            <a:ext cx="96202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3352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9237</TotalTime>
  <Words>152</Words>
  <Application>Microsoft Macintosh PowerPoint</Application>
  <PresentationFormat>Widescreen</PresentationFormat>
  <Paragraphs>46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Zhen, Kai</dc:creator>
  <cp:lastModifiedBy>Zhen, Kai</cp:lastModifiedBy>
  <cp:revision>10</cp:revision>
  <dcterms:created xsi:type="dcterms:W3CDTF">2026-01-27T19:17:01Z</dcterms:created>
  <dcterms:modified xsi:type="dcterms:W3CDTF">2026-02-04T04:17:08Z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2026-01-28T18:19:59Z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cf337774-54bb-47c1-998f-efb0fd33ad52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