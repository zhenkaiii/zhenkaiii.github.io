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99" d="100"/>
          <a:sy n="199" d="100"/>
        </p:scale>
        <p:origin x="-2896" y="-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2F3A6-A552-374D-9988-AFC1887334C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188F5-85EC-3B46-B01D-631B1B8C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6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app.diagrams.net</a:t>
            </a:r>
            <a:r>
              <a:rPr lang="en-US" dirty="0"/>
              <a:t>/#G13Ad98_Q08-JE7gj6X_G9bd-xdXLHszHt#%7B%22pageId%22%3A%22qvh4TntDw6zh0ArF_9IW%22%7D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188F5-85EC-3B46-B01D-631B1B8C14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19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1489-7818-79E3-0C50-79A5DFD40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2B797-71F1-DA12-5086-E7E587D25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33BE-DB12-0E16-B601-AC6D3F2A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A869A-3E84-308C-4A38-7C564A0F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3BE61-BF96-633C-E976-868BDC22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7291-BDC6-4556-4815-676B26BB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4FE84-CF8C-C5BC-FBD4-8BE1537A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13B27-AC25-3E0C-18CC-D4DE574C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AB01-C9E5-16C8-F965-9E783570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24F7-865C-8CBE-2EFD-5CECCDB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1C79-3A30-92D5-54A1-98DAAFC4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12F77-9F0E-CF26-63F1-BAF575DE8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BD969-9094-90F0-F6B8-36CF8305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A5B8-4D4F-FC19-A821-AFBF0445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F436F-54D2-03A9-DBDA-F9E4ABF6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6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AE22-C4C1-9680-9329-DAA66BC7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D3346-562C-0DD9-5C48-E7B46AB6B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C962D-B2D2-3FAB-5BAE-F1B991026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7484B-CABB-FF8B-A25E-07958759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18C93-DBE2-DB01-0065-4A62D504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18F40-7DC5-9129-C895-103A82E3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3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0B6D-109C-5323-E5DF-E5D2389D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09BE5-91A2-4DFD-B9E8-BBB457083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E3A24-7EB1-8285-B717-7149F45E7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85380-15FF-AA06-50B1-3423350BE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497C7-DA72-1A83-EE33-527F270DE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1B9A9-8D54-AFA4-4A65-B73BABD1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BBC7F-9BE8-EC0B-7231-274B55D7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68660-3C0B-E34B-06B1-E4691558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5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5109-298C-ABE7-F8EA-DD251B39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9566C-379D-69A8-EA74-7C58E707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22FF9-B5A6-6A02-ECDA-5DBBD9B3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14716-0FEA-1EE4-D6CB-FADA1285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5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83342-4186-C646-F447-A8798E0E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2B4B3-149B-E850-DEEB-8EAF64F4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71BE8-19CB-EBBA-36D2-F188A1EB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7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BE30-F1E3-C9BB-3F23-1559BC06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EC35-61CA-C556-3812-8FDE9AD1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BE135-D2C8-87DE-2B34-F76037EEC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5B29F-1B6C-9626-90A6-97D0B967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72A-1630-3ECE-874D-5635D3E3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0C5FF-EA8E-4DF8-707B-5B467AA8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8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ABDB-C3EB-7040-9D10-74C6D383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7C6D5-0EB0-3981-B472-C50CDD2FD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1E476-617E-4C16-55F2-CF62544CC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3E2DB-7913-1C33-0531-6D8876A3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52776-3B46-34E6-D0BE-CAB66F9A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B0F4-99D4-2BAF-B863-3AC81BB9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9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91E2-8A31-8910-CCF2-333E27C5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4D4E6-40B7-8D7B-5C15-B8E3D264C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34A7-1C38-5EE1-EFF6-C73DAFDE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C9A3-744C-531D-8BFE-D56F9AF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E97F1-9BDF-9D8D-8F8C-142C6F34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C4212-7BAD-66FC-5A15-4C9CC18A1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F10A7-A148-27C5-938F-6729D1B54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32B7C-3800-DFB1-4A92-6A27063D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6985B-67F3-D29A-EE24-4A066050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4D5AC-29F1-02EF-C3FD-484A9A6D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8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EEF47-96BB-72AD-F08E-2AB411E7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616D9-0236-4FD3-9CAA-94F409D50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8CD6-2559-6969-861C-FE0E90233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069F1-3696-CB42-838B-539AB5F8FBC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AAD2-A006-334F-13D6-5C201B450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021B4-A72D-75D1-4FBC-23A69D310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2209C-D70D-294B-AC5A-6DB01814A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7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861840-3831-3E33-82BD-23A2C8FB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18749"/>
            <a:ext cx="7772400" cy="362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44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Zhen, Kai</dc:creator>
  <cp:lastModifiedBy>Zhen, Kai</cp:lastModifiedBy>
  <cp:revision>1</cp:revision>
  <dcterms:created xsi:type="dcterms:W3CDTF">2026-01-27T19:17:01Z</dcterms:created>
  <dcterms:modified xsi:type="dcterms:W3CDTF">2026-01-28T18:19:59Z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2026-01-28T18:19:59Z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cf337774-54bb-47c1-998f-efb0fd33ad52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